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7825" r:id="rId3"/>
    <p:sldId id="7828" r:id="rId4"/>
    <p:sldId id="7821" r:id="rId5"/>
    <p:sldId id="7827" r:id="rId6"/>
    <p:sldId id="7826" r:id="rId7"/>
    <p:sldId id="7823" r:id="rId8"/>
    <p:sldId id="7822" r:id="rId9"/>
    <p:sldId id="7817" r:id="rId10"/>
    <p:sldId id="7816" r:id="rId11"/>
    <p:sldId id="7833" r:id="rId12"/>
    <p:sldId id="7804" r:id="rId13"/>
    <p:sldId id="7818" r:id="rId14"/>
    <p:sldId id="7834" r:id="rId15"/>
    <p:sldId id="7815" r:id="rId16"/>
    <p:sldId id="7819" r:id="rId17"/>
    <p:sldId id="7813" r:id="rId18"/>
    <p:sldId id="7836" r:id="rId19"/>
    <p:sldId id="7807" r:id="rId20"/>
    <p:sldId id="7838"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jandra Salazar Galeano" initials="ASG"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B688"/>
    <a:srgbClr val="FF6700"/>
    <a:srgbClr val="2CABB4"/>
    <a:srgbClr val="016AA3"/>
    <a:srgbClr val="17375E"/>
    <a:srgbClr val="FFFFFF"/>
    <a:srgbClr val="20768C"/>
    <a:srgbClr val="103B46"/>
    <a:srgbClr val="76C5EF"/>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EF5D9D-ED2E-4BBF-802C-904CD32BD5C5}" v="200" dt="2024-06-13T13:54:43.42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p:normalViewPr>
  <p:slideViewPr>
    <p:cSldViewPr snapToGrid="0">
      <p:cViewPr>
        <p:scale>
          <a:sx n="82" d="100"/>
          <a:sy n="82" d="100"/>
        </p:scale>
        <p:origin x="1680"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van Danilo Cita Cuevas" userId="fae3adf8-ed60-476c-8242-abed74898a84" providerId="ADAL" clId="{9CEF5D9D-ED2E-4BBF-802C-904CD32BD5C5}"/>
    <pc:docChg chg="undo custSel addSld delSld modSld sldOrd">
      <pc:chgData name="Duvan Danilo Cita Cuevas" userId="fae3adf8-ed60-476c-8242-abed74898a84" providerId="ADAL" clId="{9CEF5D9D-ED2E-4BBF-802C-904CD32BD5C5}" dt="2024-06-13T13:55:13.602" v="1965" actId="478"/>
      <pc:docMkLst>
        <pc:docMk/>
      </pc:docMkLst>
      <pc:sldChg chg="addSp delSp modSp mod">
        <pc:chgData name="Duvan Danilo Cita Cuevas" userId="fae3adf8-ed60-476c-8242-abed74898a84" providerId="ADAL" clId="{9CEF5D9D-ED2E-4BBF-802C-904CD32BD5C5}" dt="2024-06-13T13:50:48.563" v="1888" actId="14100"/>
        <pc:sldMkLst>
          <pc:docMk/>
          <pc:sldMk cId="4214871131" sldId="7804"/>
        </pc:sldMkLst>
        <pc:spChg chg="add mod">
          <ac:chgData name="Duvan Danilo Cita Cuevas" userId="fae3adf8-ed60-476c-8242-abed74898a84" providerId="ADAL" clId="{9CEF5D9D-ED2E-4BBF-802C-904CD32BD5C5}" dt="2024-06-11T15:55:42.731" v="1405" actId="1037"/>
          <ac:spMkLst>
            <pc:docMk/>
            <pc:sldMk cId="4214871131" sldId="7804"/>
            <ac:spMk id="3" creationId="{EE43894D-C087-33EF-41C2-CD24CC585B1C}"/>
          </ac:spMkLst>
        </pc:spChg>
        <pc:spChg chg="mod">
          <ac:chgData name="Duvan Danilo Cita Cuevas" userId="fae3adf8-ed60-476c-8242-abed74898a84" providerId="ADAL" clId="{9CEF5D9D-ED2E-4BBF-802C-904CD32BD5C5}" dt="2024-06-11T15:56:03.894" v="1471" actId="2711"/>
          <ac:spMkLst>
            <pc:docMk/>
            <pc:sldMk cId="4214871131" sldId="7804"/>
            <ac:spMk id="4" creationId="{F953A637-A2FC-4675-03BD-4239B43FF36F}"/>
          </ac:spMkLst>
        </pc:spChg>
        <pc:spChg chg="mod">
          <ac:chgData name="Duvan Danilo Cita Cuevas" userId="fae3adf8-ed60-476c-8242-abed74898a84" providerId="ADAL" clId="{9CEF5D9D-ED2E-4BBF-802C-904CD32BD5C5}" dt="2024-06-11T15:55:48.571" v="1432" actId="1038"/>
          <ac:spMkLst>
            <pc:docMk/>
            <pc:sldMk cId="4214871131" sldId="7804"/>
            <ac:spMk id="5" creationId="{2207B8B5-BF07-AFA4-CF84-99ABFDA123E8}"/>
          </ac:spMkLst>
        </pc:spChg>
        <pc:spChg chg="mod">
          <ac:chgData name="Duvan Danilo Cita Cuevas" userId="fae3adf8-ed60-476c-8242-abed74898a84" providerId="ADAL" clId="{9CEF5D9D-ED2E-4BBF-802C-904CD32BD5C5}" dt="2024-06-11T15:55:48.571" v="1432" actId="1038"/>
          <ac:spMkLst>
            <pc:docMk/>
            <pc:sldMk cId="4214871131" sldId="7804"/>
            <ac:spMk id="6" creationId="{278D99D7-C1F3-9C73-5ED3-6D1F21CC8DFF}"/>
          </ac:spMkLst>
        </pc:spChg>
        <pc:spChg chg="mod">
          <ac:chgData name="Duvan Danilo Cita Cuevas" userId="fae3adf8-ed60-476c-8242-abed74898a84" providerId="ADAL" clId="{9CEF5D9D-ED2E-4BBF-802C-904CD32BD5C5}" dt="2024-06-11T15:55:42.731" v="1405" actId="1037"/>
          <ac:spMkLst>
            <pc:docMk/>
            <pc:sldMk cId="4214871131" sldId="7804"/>
            <ac:spMk id="7" creationId="{8DD15491-6C4A-5EF4-6108-6F5EF13828FA}"/>
          </ac:spMkLst>
        </pc:spChg>
        <pc:spChg chg="mod">
          <ac:chgData name="Duvan Danilo Cita Cuevas" userId="fae3adf8-ed60-476c-8242-abed74898a84" providerId="ADAL" clId="{9CEF5D9D-ED2E-4BBF-802C-904CD32BD5C5}" dt="2024-06-11T15:56:03.894" v="1471" actId="2711"/>
          <ac:spMkLst>
            <pc:docMk/>
            <pc:sldMk cId="4214871131" sldId="7804"/>
            <ac:spMk id="8" creationId="{D4D661B4-BD34-06F8-B22E-1AF6694C3D9E}"/>
          </ac:spMkLst>
        </pc:spChg>
        <pc:spChg chg="mod">
          <ac:chgData name="Duvan Danilo Cita Cuevas" userId="fae3adf8-ed60-476c-8242-abed74898a84" providerId="ADAL" clId="{9CEF5D9D-ED2E-4BBF-802C-904CD32BD5C5}" dt="2024-06-11T15:55:42.731" v="1405" actId="1037"/>
          <ac:spMkLst>
            <pc:docMk/>
            <pc:sldMk cId="4214871131" sldId="7804"/>
            <ac:spMk id="9" creationId="{B8B1C0E3-C556-CAD2-BCC5-98493C07EDCA}"/>
          </ac:spMkLst>
        </pc:spChg>
        <pc:spChg chg="mod">
          <ac:chgData name="Duvan Danilo Cita Cuevas" userId="fae3adf8-ed60-476c-8242-abed74898a84" providerId="ADAL" clId="{9CEF5D9D-ED2E-4BBF-802C-904CD32BD5C5}" dt="2024-06-11T15:55:48.571" v="1432" actId="1038"/>
          <ac:spMkLst>
            <pc:docMk/>
            <pc:sldMk cId="4214871131" sldId="7804"/>
            <ac:spMk id="10" creationId="{5D842EB2-2B6E-15C6-07A0-4C8D49B098A3}"/>
          </ac:spMkLst>
        </pc:spChg>
        <pc:spChg chg="mod">
          <ac:chgData name="Duvan Danilo Cita Cuevas" userId="fae3adf8-ed60-476c-8242-abed74898a84" providerId="ADAL" clId="{9CEF5D9D-ED2E-4BBF-802C-904CD32BD5C5}" dt="2024-06-11T15:56:03.894" v="1471" actId="2711"/>
          <ac:spMkLst>
            <pc:docMk/>
            <pc:sldMk cId="4214871131" sldId="7804"/>
            <ac:spMk id="11" creationId="{59ABB08B-B111-1CD5-9F4C-2B8E23626D79}"/>
          </ac:spMkLst>
        </pc:spChg>
        <pc:spChg chg="mod">
          <ac:chgData name="Duvan Danilo Cita Cuevas" userId="fae3adf8-ed60-476c-8242-abed74898a84" providerId="ADAL" clId="{9CEF5D9D-ED2E-4BBF-802C-904CD32BD5C5}" dt="2024-06-11T15:56:03.894" v="1471" actId="2711"/>
          <ac:spMkLst>
            <pc:docMk/>
            <pc:sldMk cId="4214871131" sldId="7804"/>
            <ac:spMk id="12" creationId="{7984C16E-BC76-D094-8177-13E086D03801}"/>
          </ac:spMkLst>
        </pc:spChg>
        <pc:spChg chg="mod">
          <ac:chgData name="Duvan Danilo Cita Cuevas" userId="fae3adf8-ed60-476c-8242-abed74898a84" providerId="ADAL" clId="{9CEF5D9D-ED2E-4BBF-802C-904CD32BD5C5}" dt="2024-06-11T15:56:03.894" v="1471" actId="2711"/>
          <ac:spMkLst>
            <pc:docMk/>
            <pc:sldMk cId="4214871131" sldId="7804"/>
            <ac:spMk id="13" creationId="{A5F142D1-4FF8-727B-D97D-D38816C60B22}"/>
          </ac:spMkLst>
        </pc:spChg>
        <pc:spChg chg="mod">
          <ac:chgData name="Duvan Danilo Cita Cuevas" userId="fae3adf8-ed60-476c-8242-abed74898a84" providerId="ADAL" clId="{9CEF5D9D-ED2E-4BBF-802C-904CD32BD5C5}" dt="2024-06-11T15:56:03.894" v="1471" actId="2711"/>
          <ac:spMkLst>
            <pc:docMk/>
            <pc:sldMk cId="4214871131" sldId="7804"/>
            <ac:spMk id="14" creationId="{D1DBFD3C-C8AE-13AA-C33D-443CE74C941E}"/>
          </ac:spMkLst>
        </pc:spChg>
        <pc:spChg chg="mod">
          <ac:chgData name="Duvan Danilo Cita Cuevas" userId="fae3adf8-ed60-476c-8242-abed74898a84" providerId="ADAL" clId="{9CEF5D9D-ED2E-4BBF-802C-904CD32BD5C5}" dt="2024-06-11T15:55:42.731" v="1405" actId="1037"/>
          <ac:spMkLst>
            <pc:docMk/>
            <pc:sldMk cId="4214871131" sldId="7804"/>
            <ac:spMk id="15" creationId="{0C5446EC-452F-F631-8E56-85A24E34B521}"/>
          </ac:spMkLst>
        </pc:spChg>
        <pc:spChg chg="mod">
          <ac:chgData name="Duvan Danilo Cita Cuevas" userId="fae3adf8-ed60-476c-8242-abed74898a84" providerId="ADAL" clId="{9CEF5D9D-ED2E-4BBF-802C-904CD32BD5C5}" dt="2024-06-11T15:55:42.731" v="1405" actId="1037"/>
          <ac:spMkLst>
            <pc:docMk/>
            <pc:sldMk cId="4214871131" sldId="7804"/>
            <ac:spMk id="16" creationId="{1EBD33E7-A49E-6EBD-A7ED-A8E1CB0DF7EE}"/>
          </ac:spMkLst>
        </pc:spChg>
        <pc:spChg chg="mod">
          <ac:chgData name="Duvan Danilo Cita Cuevas" userId="fae3adf8-ed60-476c-8242-abed74898a84" providerId="ADAL" clId="{9CEF5D9D-ED2E-4BBF-802C-904CD32BD5C5}" dt="2024-06-11T15:55:42.731" v="1405" actId="1037"/>
          <ac:spMkLst>
            <pc:docMk/>
            <pc:sldMk cId="4214871131" sldId="7804"/>
            <ac:spMk id="17" creationId="{DC6FB953-CF49-DA56-4057-63591E812309}"/>
          </ac:spMkLst>
        </pc:spChg>
        <pc:spChg chg="mod">
          <ac:chgData name="Duvan Danilo Cita Cuevas" userId="fae3adf8-ed60-476c-8242-abed74898a84" providerId="ADAL" clId="{9CEF5D9D-ED2E-4BBF-802C-904CD32BD5C5}" dt="2024-06-11T15:55:42.731" v="1405" actId="1037"/>
          <ac:spMkLst>
            <pc:docMk/>
            <pc:sldMk cId="4214871131" sldId="7804"/>
            <ac:spMk id="18" creationId="{FABDC9A4-62A6-4942-4578-D99175C50B2B}"/>
          </ac:spMkLst>
        </pc:spChg>
        <pc:spChg chg="mod">
          <ac:chgData name="Duvan Danilo Cita Cuevas" userId="fae3adf8-ed60-476c-8242-abed74898a84" providerId="ADAL" clId="{9CEF5D9D-ED2E-4BBF-802C-904CD32BD5C5}" dt="2024-06-11T15:55:42.731" v="1405" actId="1037"/>
          <ac:spMkLst>
            <pc:docMk/>
            <pc:sldMk cId="4214871131" sldId="7804"/>
            <ac:spMk id="19" creationId="{7E34B2FA-7462-C876-AE0E-FF249D0E31B0}"/>
          </ac:spMkLst>
        </pc:spChg>
        <pc:spChg chg="mod">
          <ac:chgData name="Duvan Danilo Cita Cuevas" userId="fae3adf8-ed60-476c-8242-abed74898a84" providerId="ADAL" clId="{9CEF5D9D-ED2E-4BBF-802C-904CD32BD5C5}" dt="2024-06-11T15:56:03.894" v="1471" actId="2711"/>
          <ac:spMkLst>
            <pc:docMk/>
            <pc:sldMk cId="4214871131" sldId="7804"/>
            <ac:spMk id="20" creationId="{D6D1BA1B-0467-CE0C-F58E-6847E36B0DFE}"/>
          </ac:spMkLst>
        </pc:spChg>
        <pc:spChg chg="mod">
          <ac:chgData name="Duvan Danilo Cita Cuevas" userId="fae3adf8-ed60-476c-8242-abed74898a84" providerId="ADAL" clId="{9CEF5D9D-ED2E-4BBF-802C-904CD32BD5C5}" dt="2024-06-11T15:55:42.731" v="1405" actId="1037"/>
          <ac:spMkLst>
            <pc:docMk/>
            <pc:sldMk cId="4214871131" sldId="7804"/>
            <ac:spMk id="21" creationId="{A3520336-155E-421B-7F4F-702562D2C68E}"/>
          </ac:spMkLst>
        </pc:spChg>
        <pc:spChg chg="mod">
          <ac:chgData name="Duvan Danilo Cita Cuevas" userId="fae3adf8-ed60-476c-8242-abed74898a84" providerId="ADAL" clId="{9CEF5D9D-ED2E-4BBF-802C-904CD32BD5C5}" dt="2024-06-11T15:56:03.894" v="1471" actId="2711"/>
          <ac:spMkLst>
            <pc:docMk/>
            <pc:sldMk cId="4214871131" sldId="7804"/>
            <ac:spMk id="22" creationId="{34A93475-455F-7DA2-0DE0-5B55C0CC79ED}"/>
          </ac:spMkLst>
        </pc:spChg>
        <pc:spChg chg="mod">
          <ac:chgData name="Duvan Danilo Cita Cuevas" userId="fae3adf8-ed60-476c-8242-abed74898a84" providerId="ADAL" clId="{9CEF5D9D-ED2E-4BBF-802C-904CD32BD5C5}" dt="2024-06-11T15:56:03.894" v="1471" actId="2711"/>
          <ac:spMkLst>
            <pc:docMk/>
            <pc:sldMk cId="4214871131" sldId="7804"/>
            <ac:spMk id="23" creationId="{237EC6FB-3A63-4070-DDBE-064B43454D09}"/>
          </ac:spMkLst>
        </pc:spChg>
        <pc:spChg chg="mod">
          <ac:chgData name="Duvan Danilo Cita Cuevas" userId="fae3adf8-ed60-476c-8242-abed74898a84" providerId="ADAL" clId="{9CEF5D9D-ED2E-4BBF-802C-904CD32BD5C5}" dt="2024-06-11T15:56:03.894" v="1471" actId="2711"/>
          <ac:spMkLst>
            <pc:docMk/>
            <pc:sldMk cId="4214871131" sldId="7804"/>
            <ac:spMk id="24" creationId="{1AC1CFC7-CA2B-8FDD-D550-C03A9FE91BD6}"/>
          </ac:spMkLst>
        </pc:spChg>
        <pc:spChg chg="add mod">
          <ac:chgData name="Duvan Danilo Cita Cuevas" userId="fae3adf8-ed60-476c-8242-abed74898a84" providerId="ADAL" clId="{9CEF5D9D-ED2E-4BBF-802C-904CD32BD5C5}" dt="2024-06-13T13:46:09.201" v="1845" actId="14100"/>
          <ac:spMkLst>
            <pc:docMk/>
            <pc:sldMk cId="4214871131" sldId="7804"/>
            <ac:spMk id="25" creationId="{0EEA09D7-C149-FF62-7A36-0A328C4A481A}"/>
          </ac:spMkLst>
        </pc:spChg>
        <pc:spChg chg="add mod">
          <ac:chgData name="Duvan Danilo Cita Cuevas" userId="fae3adf8-ed60-476c-8242-abed74898a84" providerId="ADAL" clId="{9CEF5D9D-ED2E-4BBF-802C-904CD32BD5C5}" dt="2024-06-13T13:46:37.977" v="1849" actId="1076"/>
          <ac:spMkLst>
            <pc:docMk/>
            <pc:sldMk cId="4214871131" sldId="7804"/>
            <ac:spMk id="26" creationId="{E8E9E178-A572-5437-0750-CA5225563B5D}"/>
          </ac:spMkLst>
        </pc:spChg>
        <pc:spChg chg="add mod">
          <ac:chgData name="Duvan Danilo Cita Cuevas" userId="fae3adf8-ed60-476c-8242-abed74898a84" providerId="ADAL" clId="{9CEF5D9D-ED2E-4BBF-802C-904CD32BD5C5}" dt="2024-06-13T13:50:38.643" v="1884" actId="14100"/>
          <ac:spMkLst>
            <pc:docMk/>
            <pc:sldMk cId="4214871131" sldId="7804"/>
            <ac:spMk id="27" creationId="{6A030D49-5FC4-27A7-39EC-2F955CDA9B67}"/>
          </ac:spMkLst>
        </pc:spChg>
        <pc:spChg chg="add mod">
          <ac:chgData name="Duvan Danilo Cita Cuevas" userId="fae3adf8-ed60-476c-8242-abed74898a84" providerId="ADAL" clId="{9CEF5D9D-ED2E-4BBF-802C-904CD32BD5C5}" dt="2024-06-13T13:50:19.680" v="1880" actId="14100"/>
          <ac:spMkLst>
            <pc:docMk/>
            <pc:sldMk cId="4214871131" sldId="7804"/>
            <ac:spMk id="28" creationId="{256D7F40-E7DA-2C67-8B8B-F63EF8350B4B}"/>
          </ac:spMkLst>
        </pc:spChg>
        <pc:spChg chg="add del mod">
          <ac:chgData name="Duvan Danilo Cita Cuevas" userId="fae3adf8-ed60-476c-8242-abed74898a84" providerId="ADAL" clId="{9CEF5D9D-ED2E-4BBF-802C-904CD32BD5C5}" dt="2024-06-13T13:45:36.737" v="1843" actId="1076"/>
          <ac:spMkLst>
            <pc:docMk/>
            <pc:sldMk cId="4214871131" sldId="7804"/>
            <ac:spMk id="29" creationId="{3A9D2C94-49D7-08CD-1ABE-2882971FDBBA}"/>
          </ac:spMkLst>
        </pc:spChg>
        <pc:spChg chg="mod">
          <ac:chgData name="Duvan Danilo Cita Cuevas" userId="fae3adf8-ed60-476c-8242-abed74898a84" providerId="ADAL" clId="{9CEF5D9D-ED2E-4BBF-802C-904CD32BD5C5}" dt="2024-06-11T15:56:03.894" v="1471" actId="2711"/>
          <ac:spMkLst>
            <pc:docMk/>
            <pc:sldMk cId="4214871131" sldId="7804"/>
            <ac:spMk id="30" creationId="{0596C4FD-F353-0886-59EB-BD09B40CBF65}"/>
          </ac:spMkLst>
        </pc:spChg>
        <pc:spChg chg="mod">
          <ac:chgData name="Duvan Danilo Cita Cuevas" userId="fae3adf8-ed60-476c-8242-abed74898a84" providerId="ADAL" clId="{9CEF5D9D-ED2E-4BBF-802C-904CD32BD5C5}" dt="2024-06-11T15:56:03.894" v="1471" actId="2711"/>
          <ac:spMkLst>
            <pc:docMk/>
            <pc:sldMk cId="4214871131" sldId="7804"/>
            <ac:spMk id="31" creationId="{1409698A-F2B1-5C51-0A0E-83FEDFD80464}"/>
          </ac:spMkLst>
        </pc:spChg>
        <pc:spChg chg="add mod">
          <ac:chgData name="Duvan Danilo Cita Cuevas" userId="fae3adf8-ed60-476c-8242-abed74898a84" providerId="ADAL" clId="{9CEF5D9D-ED2E-4BBF-802C-904CD32BD5C5}" dt="2024-06-13T13:50:31.943" v="1883" actId="14100"/>
          <ac:spMkLst>
            <pc:docMk/>
            <pc:sldMk cId="4214871131" sldId="7804"/>
            <ac:spMk id="32" creationId="{44993ADD-F811-D0BA-6767-9AD0280FA979}"/>
          </ac:spMkLst>
        </pc:spChg>
        <pc:spChg chg="add mod">
          <ac:chgData name="Duvan Danilo Cita Cuevas" userId="fae3adf8-ed60-476c-8242-abed74898a84" providerId="ADAL" clId="{9CEF5D9D-ED2E-4BBF-802C-904CD32BD5C5}" dt="2024-06-13T13:50:48.563" v="1888" actId="14100"/>
          <ac:spMkLst>
            <pc:docMk/>
            <pc:sldMk cId="4214871131" sldId="7804"/>
            <ac:spMk id="33" creationId="{F699E7B9-53DD-AADC-9184-F9794249BF33}"/>
          </ac:spMkLst>
        </pc:spChg>
        <pc:spChg chg="mod">
          <ac:chgData name="Duvan Danilo Cita Cuevas" userId="fae3adf8-ed60-476c-8242-abed74898a84" providerId="ADAL" clId="{9CEF5D9D-ED2E-4BBF-802C-904CD32BD5C5}" dt="2024-06-11T15:55:48.571" v="1432" actId="1038"/>
          <ac:spMkLst>
            <pc:docMk/>
            <pc:sldMk cId="4214871131" sldId="7804"/>
            <ac:spMk id="36" creationId="{6BAEF266-B95C-3832-D473-832A7DC603AE}"/>
          </ac:spMkLst>
        </pc:spChg>
        <pc:cxnChg chg="del mod">
          <ac:chgData name="Duvan Danilo Cita Cuevas" userId="fae3adf8-ed60-476c-8242-abed74898a84" providerId="ADAL" clId="{9CEF5D9D-ED2E-4BBF-802C-904CD32BD5C5}" dt="2024-06-11T15:55:52.410" v="1433" actId="478"/>
          <ac:cxnSpMkLst>
            <pc:docMk/>
            <pc:sldMk cId="4214871131" sldId="7804"/>
            <ac:cxnSpMk id="25" creationId="{7BEF2855-753F-BC2C-D045-3621EDA5A94E}"/>
          </ac:cxnSpMkLst>
        </pc:cxnChg>
        <pc:cxnChg chg="del mod">
          <ac:chgData name="Duvan Danilo Cita Cuevas" userId="fae3adf8-ed60-476c-8242-abed74898a84" providerId="ADAL" clId="{9CEF5D9D-ED2E-4BBF-802C-904CD32BD5C5}" dt="2024-06-11T15:55:53.026" v="1434" actId="478"/>
          <ac:cxnSpMkLst>
            <pc:docMk/>
            <pc:sldMk cId="4214871131" sldId="7804"/>
            <ac:cxnSpMk id="26" creationId="{7E88C3F9-321D-11EA-441A-FDA8591922B2}"/>
          </ac:cxnSpMkLst>
        </pc:cxnChg>
        <pc:cxnChg chg="del mod">
          <ac:chgData name="Duvan Danilo Cita Cuevas" userId="fae3adf8-ed60-476c-8242-abed74898a84" providerId="ADAL" clId="{9CEF5D9D-ED2E-4BBF-802C-904CD32BD5C5}" dt="2024-06-11T15:55:53.579" v="1435" actId="478"/>
          <ac:cxnSpMkLst>
            <pc:docMk/>
            <pc:sldMk cId="4214871131" sldId="7804"/>
            <ac:cxnSpMk id="27" creationId="{3F902530-AE5D-581B-A5EB-3F70548667B4}"/>
          </ac:cxnSpMkLst>
        </pc:cxnChg>
        <pc:cxnChg chg="del mod">
          <ac:chgData name="Duvan Danilo Cita Cuevas" userId="fae3adf8-ed60-476c-8242-abed74898a84" providerId="ADAL" clId="{9CEF5D9D-ED2E-4BBF-802C-904CD32BD5C5}" dt="2024-06-11T15:55:54.114" v="1436" actId="478"/>
          <ac:cxnSpMkLst>
            <pc:docMk/>
            <pc:sldMk cId="4214871131" sldId="7804"/>
            <ac:cxnSpMk id="28" creationId="{1C3BF43C-5FA9-A837-5282-5BB87A7520B0}"/>
          </ac:cxnSpMkLst>
        </pc:cxnChg>
        <pc:cxnChg chg="mod">
          <ac:chgData name="Duvan Danilo Cita Cuevas" userId="fae3adf8-ed60-476c-8242-abed74898a84" providerId="ADAL" clId="{9CEF5D9D-ED2E-4BBF-802C-904CD32BD5C5}" dt="2024-06-11T15:55:42.731" v="1405" actId="1037"/>
          <ac:cxnSpMkLst>
            <pc:docMk/>
            <pc:sldMk cId="4214871131" sldId="7804"/>
            <ac:cxnSpMk id="34" creationId="{2EA0D52A-8D1E-7532-E080-212796196FC8}"/>
          </ac:cxnSpMkLst>
        </pc:cxnChg>
      </pc:sldChg>
      <pc:sldChg chg="addSp delSp modSp mod">
        <pc:chgData name="Duvan Danilo Cita Cuevas" userId="fae3adf8-ed60-476c-8242-abed74898a84" providerId="ADAL" clId="{9CEF5D9D-ED2E-4BBF-802C-904CD32BD5C5}" dt="2024-06-13T13:55:13.602" v="1965" actId="478"/>
        <pc:sldMkLst>
          <pc:docMk/>
          <pc:sldMk cId="3907469053" sldId="7807"/>
        </pc:sldMkLst>
        <pc:spChg chg="mod">
          <ac:chgData name="Duvan Danilo Cita Cuevas" userId="fae3adf8-ed60-476c-8242-abed74898a84" providerId="ADAL" clId="{9CEF5D9D-ED2E-4BBF-802C-904CD32BD5C5}" dt="2024-06-11T15:22:20.160" v="1011" actId="20577"/>
          <ac:spMkLst>
            <pc:docMk/>
            <pc:sldMk cId="3907469053" sldId="7807"/>
            <ac:spMk id="2" creationId="{00000000-0000-0000-0000-000000000000}"/>
          </ac:spMkLst>
        </pc:spChg>
        <pc:spChg chg="mod">
          <ac:chgData name="Duvan Danilo Cita Cuevas" userId="fae3adf8-ed60-476c-8242-abed74898a84" providerId="ADAL" clId="{9CEF5D9D-ED2E-4BBF-802C-904CD32BD5C5}" dt="2024-06-11T15:45:39.931" v="1021" actId="108"/>
          <ac:spMkLst>
            <pc:docMk/>
            <pc:sldMk cId="3907469053" sldId="7807"/>
            <ac:spMk id="4" creationId="{18021354-C4D3-DC08-14E7-2C6BD42FDC33}"/>
          </ac:spMkLst>
        </pc:spChg>
        <pc:spChg chg="mod">
          <ac:chgData name="Duvan Danilo Cita Cuevas" userId="fae3adf8-ed60-476c-8242-abed74898a84" providerId="ADAL" clId="{9CEF5D9D-ED2E-4BBF-802C-904CD32BD5C5}" dt="2024-06-13T13:54:15.908" v="1926" actId="14100"/>
          <ac:spMkLst>
            <pc:docMk/>
            <pc:sldMk cId="3907469053" sldId="7807"/>
            <ac:spMk id="5" creationId="{937C1884-4E36-4011-ACA1-474641C6D326}"/>
          </ac:spMkLst>
        </pc:spChg>
        <pc:spChg chg="mod">
          <ac:chgData name="Duvan Danilo Cita Cuevas" userId="fae3adf8-ed60-476c-8242-abed74898a84" providerId="ADAL" clId="{9CEF5D9D-ED2E-4BBF-802C-904CD32BD5C5}" dt="2024-06-13T13:54:55.968" v="1939" actId="1036"/>
          <ac:spMkLst>
            <pc:docMk/>
            <pc:sldMk cId="3907469053" sldId="7807"/>
            <ac:spMk id="6" creationId="{454C710E-20A9-0442-3E22-BCD1D177DD90}"/>
          </ac:spMkLst>
        </pc:spChg>
        <pc:spChg chg="add del mod">
          <ac:chgData name="Duvan Danilo Cita Cuevas" userId="fae3adf8-ed60-476c-8242-abed74898a84" providerId="ADAL" clId="{9CEF5D9D-ED2E-4BBF-802C-904CD32BD5C5}" dt="2024-06-13T13:55:10.736" v="1962" actId="478"/>
          <ac:spMkLst>
            <pc:docMk/>
            <pc:sldMk cId="3907469053" sldId="7807"/>
            <ac:spMk id="8" creationId="{EE98D00A-2E23-11C6-8504-FCBBAEC8924C}"/>
          </ac:spMkLst>
        </pc:spChg>
        <pc:spChg chg="mod">
          <ac:chgData name="Duvan Danilo Cita Cuevas" userId="fae3adf8-ed60-476c-8242-abed74898a84" providerId="ADAL" clId="{9CEF5D9D-ED2E-4BBF-802C-904CD32BD5C5}" dt="2024-06-11T15:45:24.335" v="1018" actId="108"/>
          <ac:spMkLst>
            <pc:docMk/>
            <pc:sldMk cId="3907469053" sldId="7807"/>
            <ac:spMk id="9" creationId="{163BBE81-9ED5-3F76-B8E3-7EA652146F45}"/>
          </ac:spMkLst>
        </pc:spChg>
        <pc:spChg chg="add del mod">
          <ac:chgData name="Duvan Danilo Cita Cuevas" userId="fae3adf8-ed60-476c-8242-abed74898a84" providerId="ADAL" clId="{9CEF5D9D-ED2E-4BBF-802C-904CD32BD5C5}" dt="2024-06-13T13:55:12.440" v="1964" actId="478"/>
          <ac:spMkLst>
            <pc:docMk/>
            <pc:sldMk cId="3907469053" sldId="7807"/>
            <ac:spMk id="12" creationId="{6DB980DC-E87D-41C7-EA5B-7347A5E632BF}"/>
          </ac:spMkLst>
        </pc:spChg>
        <pc:spChg chg="add del mod">
          <ac:chgData name="Duvan Danilo Cita Cuevas" userId="fae3adf8-ed60-476c-8242-abed74898a84" providerId="ADAL" clId="{9CEF5D9D-ED2E-4BBF-802C-904CD32BD5C5}" dt="2024-06-13T13:55:11.580" v="1963" actId="478"/>
          <ac:spMkLst>
            <pc:docMk/>
            <pc:sldMk cId="3907469053" sldId="7807"/>
            <ac:spMk id="13" creationId="{EC090B8C-EB77-D106-1DF8-46919B4C055E}"/>
          </ac:spMkLst>
        </pc:spChg>
        <pc:spChg chg="add del mod">
          <ac:chgData name="Duvan Danilo Cita Cuevas" userId="fae3adf8-ed60-476c-8242-abed74898a84" providerId="ADAL" clId="{9CEF5D9D-ED2E-4BBF-802C-904CD32BD5C5}" dt="2024-06-13T13:55:13.602" v="1965" actId="478"/>
          <ac:spMkLst>
            <pc:docMk/>
            <pc:sldMk cId="3907469053" sldId="7807"/>
            <ac:spMk id="15" creationId="{335259A4-F2BB-D29E-A21B-38C9E4AC4257}"/>
          </ac:spMkLst>
        </pc:spChg>
        <pc:graphicFrameChg chg="add mod">
          <ac:chgData name="Duvan Danilo Cita Cuevas" userId="fae3adf8-ed60-476c-8242-abed74898a84" providerId="ADAL" clId="{9CEF5D9D-ED2E-4BBF-802C-904CD32BD5C5}" dt="2024-06-11T15:47:17.235" v="1031"/>
          <ac:graphicFrameMkLst>
            <pc:docMk/>
            <pc:sldMk cId="3907469053" sldId="7807"/>
            <ac:graphicFrameMk id="8" creationId="{795763A8-5702-5E27-1B3E-C06869C3B583}"/>
          </ac:graphicFrameMkLst>
        </pc:graphicFrameChg>
        <pc:picChg chg="mod">
          <ac:chgData name="Duvan Danilo Cita Cuevas" userId="fae3adf8-ed60-476c-8242-abed74898a84" providerId="ADAL" clId="{9CEF5D9D-ED2E-4BBF-802C-904CD32BD5C5}" dt="2024-06-11T15:47:10.090" v="1030" actId="14100"/>
          <ac:picMkLst>
            <pc:docMk/>
            <pc:sldMk cId="3907469053" sldId="7807"/>
            <ac:picMk id="7" creationId="{3F9EA599-FA57-5C24-804E-1DD5CE3768CF}"/>
          </ac:picMkLst>
        </pc:picChg>
        <pc:picChg chg="mod">
          <ac:chgData name="Duvan Danilo Cita Cuevas" userId="fae3adf8-ed60-476c-8242-abed74898a84" providerId="ADAL" clId="{9CEF5D9D-ED2E-4BBF-802C-904CD32BD5C5}" dt="2024-06-11T15:48:06.394" v="1037" actId="14100"/>
          <ac:picMkLst>
            <pc:docMk/>
            <pc:sldMk cId="3907469053" sldId="7807"/>
            <ac:picMk id="10" creationId="{4EA27DAD-FC39-E11A-E448-51CE466025B4}"/>
          </ac:picMkLst>
        </pc:picChg>
        <pc:picChg chg="mod">
          <ac:chgData name="Duvan Danilo Cita Cuevas" userId="fae3adf8-ed60-476c-8242-abed74898a84" providerId="ADAL" clId="{9CEF5D9D-ED2E-4BBF-802C-904CD32BD5C5}" dt="2024-06-11T15:48:08.202" v="1038" actId="14100"/>
          <ac:picMkLst>
            <pc:docMk/>
            <pc:sldMk cId="3907469053" sldId="7807"/>
            <ac:picMk id="11" creationId="{01CE5D7E-2ACB-8B65-0BFA-4E82CDDFB597}"/>
          </ac:picMkLst>
        </pc:picChg>
        <pc:picChg chg="del">
          <ac:chgData name="Duvan Danilo Cita Cuevas" userId="fae3adf8-ed60-476c-8242-abed74898a84" providerId="ADAL" clId="{9CEF5D9D-ED2E-4BBF-802C-904CD32BD5C5}" dt="2024-06-11T15:45:49.426" v="1023" actId="478"/>
          <ac:picMkLst>
            <pc:docMk/>
            <pc:sldMk cId="3907469053" sldId="7807"/>
            <ac:picMk id="12" creationId="{89FDE07B-2BB8-4B82-F6B6-8E5DA8DD8C71}"/>
          </ac:picMkLst>
        </pc:picChg>
        <pc:picChg chg="del">
          <ac:chgData name="Duvan Danilo Cita Cuevas" userId="fae3adf8-ed60-476c-8242-abed74898a84" providerId="ADAL" clId="{9CEF5D9D-ED2E-4BBF-802C-904CD32BD5C5}" dt="2024-06-11T15:45:54.483" v="1024" actId="478"/>
          <ac:picMkLst>
            <pc:docMk/>
            <pc:sldMk cId="3907469053" sldId="7807"/>
            <ac:picMk id="13" creationId="{2224EA36-F091-199B-CDF5-40633DB555FE}"/>
          </ac:picMkLst>
        </pc:picChg>
        <pc:picChg chg="mod">
          <ac:chgData name="Duvan Danilo Cita Cuevas" userId="fae3adf8-ed60-476c-8242-abed74898a84" providerId="ADAL" clId="{9CEF5D9D-ED2E-4BBF-802C-904CD32BD5C5}" dt="2024-06-13T13:54:55.968" v="1939" actId="1036"/>
          <ac:picMkLst>
            <pc:docMk/>
            <pc:sldMk cId="3907469053" sldId="7807"/>
            <ac:picMk id="14" creationId="{54942BF1-D0B9-F561-3179-93EEE3842DDF}"/>
          </ac:picMkLst>
        </pc:picChg>
        <pc:picChg chg="del mod">
          <ac:chgData name="Duvan Danilo Cita Cuevas" userId="fae3adf8-ed60-476c-8242-abed74898a84" providerId="ADAL" clId="{9CEF5D9D-ED2E-4BBF-802C-904CD32BD5C5}" dt="2024-06-11T15:45:55.181" v="1026" actId="478"/>
          <ac:picMkLst>
            <pc:docMk/>
            <pc:sldMk cId="3907469053" sldId="7807"/>
            <ac:picMk id="15" creationId="{2B563D02-1CFE-7B4F-B8D9-8400150B5B28}"/>
          </ac:picMkLst>
        </pc:picChg>
        <pc:picChg chg="del mod">
          <ac:chgData name="Duvan Danilo Cita Cuevas" userId="fae3adf8-ed60-476c-8242-abed74898a84" providerId="ADAL" clId="{9CEF5D9D-ED2E-4BBF-802C-904CD32BD5C5}" dt="2024-06-11T15:45:55.883" v="1028" actId="478"/>
          <ac:picMkLst>
            <pc:docMk/>
            <pc:sldMk cId="3907469053" sldId="7807"/>
            <ac:picMk id="16" creationId="{1DCAF253-4C8C-E8EC-5CE1-116911C60540}"/>
          </ac:picMkLst>
        </pc:picChg>
      </pc:sldChg>
      <pc:sldChg chg="del">
        <pc:chgData name="Duvan Danilo Cita Cuevas" userId="fae3adf8-ed60-476c-8242-abed74898a84" providerId="ADAL" clId="{9CEF5D9D-ED2E-4BBF-802C-904CD32BD5C5}" dt="2024-06-11T15:22:26.679" v="1012" actId="47"/>
        <pc:sldMkLst>
          <pc:docMk/>
          <pc:sldMk cId="890393934" sldId="7808"/>
        </pc:sldMkLst>
      </pc:sldChg>
      <pc:sldChg chg="addSp delSp modSp mod">
        <pc:chgData name="Duvan Danilo Cita Cuevas" userId="fae3adf8-ed60-476c-8242-abed74898a84" providerId="ADAL" clId="{9CEF5D9D-ED2E-4BBF-802C-904CD32BD5C5}" dt="2024-06-11T19:59:08.309" v="1760" actId="403"/>
        <pc:sldMkLst>
          <pc:docMk/>
          <pc:sldMk cId="4121698341" sldId="7813"/>
        </pc:sldMkLst>
        <pc:spChg chg="del">
          <ac:chgData name="Duvan Danilo Cita Cuevas" userId="fae3adf8-ed60-476c-8242-abed74898a84" providerId="ADAL" clId="{9CEF5D9D-ED2E-4BBF-802C-904CD32BD5C5}" dt="2024-06-11T15:21:06.618" v="978" actId="478"/>
          <ac:spMkLst>
            <pc:docMk/>
            <pc:sldMk cId="4121698341" sldId="7813"/>
            <ac:spMk id="3" creationId="{14FFE073-D98B-423F-ACBF-364DE9235E8E}"/>
          </ac:spMkLst>
        </pc:spChg>
        <pc:spChg chg="add mod">
          <ac:chgData name="Duvan Danilo Cita Cuevas" userId="fae3adf8-ed60-476c-8242-abed74898a84" providerId="ADAL" clId="{9CEF5D9D-ED2E-4BBF-802C-904CD32BD5C5}" dt="2024-06-11T15:22:00.927" v="988"/>
          <ac:spMkLst>
            <pc:docMk/>
            <pc:sldMk cId="4121698341" sldId="7813"/>
            <ac:spMk id="4" creationId="{ABD6A15A-66B6-F8BC-4091-27714B3C9294}"/>
          </ac:spMkLst>
        </pc:spChg>
        <pc:graphicFrameChg chg="mod">
          <ac:chgData name="Duvan Danilo Cita Cuevas" userId="fae3adf8-ed60-476c-8242-abed74898a84" providerId="ADAL" clId="{9CEF5D9D-ED2E-4BBF-802C-904CD32BD5C5}" dt="2024-06-11T19:59:08.309" v="1760" actId="403"/>
          <ac:graphicFrameMkLst>
            <pc:docMk/>
            <pc:sldMk cId="4121698341" sldId="7813"/>
            <ac:graphicFrameMk id="6" creationId="{44A4A085-E47A-2270-7992-B15F0BE300B5}"/>
          </ac:graphicFrameMkLst>
        </pc:graphicFrameChg>
      </pc:sldChg>
      <pc:sldChg chg="addSp delSp modSp mod">
        <pc:chgData name="Duvan Danilo Cita Cuevas" userId="fae3adf8-ed60-476c-8242-abed74898a84" providerId="ADAL" clId="{9CEF5D9D-ED2E-4BBF-802C-904CD32BD5C5}" dt="2024-06-11T19:59:02.029" v="1757" actId="403"/>
        <pc:sldMkLst>
          <pc:docMk/>
          <pc:sldMk cId="1517901503" sldId="7815"/>
        </pc:sldMkLst>
        <pc:spChg chg="mod">
          <ac:chgData name="Duvan Danilo Cita Cuevas" userId="fae3adf8-ed60-476c-8242-abed74898a84" providerId="ADAL" clId="{9CEF5D9D-ED2E-4BBF-802C-904CD32BD5C5}" dt="2024-06-11T15:19:49.809" v="968" actId="6549"/>
          <ac:spMkLst>
            <pc:docMk/>
            <pc:sldMk cId="1517901503" sldId="7815"/>
            <ac:spMk id="2" creationId="{00000000-0000-0000-0000-000000000000}"/>
          </ac:spMkLst>
        </pc:spChg>
        <pc:spChg chg="del">
          <ac:chgData name="Duvan Danilo Cita Cuevas" userId="fae3adf8-ed60-476c-8242-abed74898a84" providerId="ADAL" clId="{9CEF5D9D-ED2E-4BBF-802C-904CD32BD5C5}" dt="2024-06-11T15:20:58.197" v="976" actId="478"/>
          <ac:spMkLst>
            <pc:docMk/>
            <pc:sldMk cId="1517901503" sldId="7815"/>
            <ac:spMk id="3" creationId="{14FFE073-D98B-423F-ACBF-364DE9235E8E}"/>
          </ac:spMkLst>
        </pc:spChg>
        <pc:spChg chg="add mod">
          <ac:chgData name="Duvan Danilo Cita Cuevas" userId="fae3adf8-ed60-476c-8242-abed74898a84" providerId="ADAL" clId="{9CEF5D9D-ED2E-4BBF-802C-904CD32BD5C5}" dt="2024-06-11T15:22:00.071" v="987"/>
          <ac:spMkLst>
            <pc:docMk/>
            <pc:sldMk cId="1517901503" sldId="7815"/>
            <ac:spMk id="4" creationId="{85D79BBD-AF60-15FF-A9E1-DE1EE8F76695}"/>
          </ac:spMkLst>
        </pc:spChg>
        <pc:graphicFrameChg chg="mod">
          <ac:chgData name="Duvan Danilo Cita Cuevas" userId="fae3adf8-ed60-476c-8242-abed74898a84" providerId="ADAL" clId="{9CEF5D9D-ED2E-4BBF-802C-904CD32BD5C5}" dt="2024-06-11T19:59:02.029" v="1757" actId="403"/>
          <ac:graphicFrameMkLst>
            <pc:docMk/>
            <pc:sldMk cId="1517901503" sldId="7815"/>
            <ac:graphicFrameMk id="6" creationId="{18CF471F-1694-0A82-3D42-D5CC07041DC5}"/>
          </ac:graphicFrameMkLst>
        </pc:graphicFrameChg>
      </pc:sldChg>
      <pc:sldChg chg="addSp delSp modSp add del mod">
        <pc:chgData name="Duvan Danilo Cita Cuevas" userId="fae3adf8-ed60-476c-8242-abed74898a84" providerId="ADAL" clId="{9CEF5D9D-ED2E-4BBF-802C-904CD32BD5C5}" dt="2024-06-11T15:21:55.062" v="985"/>
        <pc:sldMkLst>
          <pc:docMk/>
          <pc:sldMk cId="2804575580" sldId="7816"/>
        </pc:sldMkLst>
        <pc:spChg chg="del mod">
          <ac:chgData name="Duvan Danilo Cita Cuevas" userId="fae3adf8-ed60-476c-8242-abed74898a84" providerId="ADAL" clId="{9CEF5D9D-ED2E-4BBF-802C-904CD32BD5C5}" dt="2024-06-11T15:21:20.394" v="980" actId="478"/>
          <ac:spMkLst>
            <pc:docMk/>
            <pc:sldMk cId="2804575580" sldId="7816"/>
            <ac:spMk id="3" creationId="{14FFE073-D98B-423F-ACBF-364DE9235E8E}"/>
          </ac:spMkLst>
        </pc:spChg>
        <pc:spChg chg="mod">
          <ac:chgData name="Duvan Danilo Cita Cuevas" userId="fae3adf8-ed60-476c-8242-abed74898a84" providerId="ADAL" clId="{9CEF5D9D-ED2E-4BBF-802C-904CD32BD5C5}" dt="2024-06-11T14:40:18.328" v="401" actId="1038"/>
          <ac:spMkLst>
            <pc:docMk/>
            <pc:sldMk cId="2804575580" sldId="7816"/>
            <ac:spMk id="12" creationId="{A1615BD6-A911-8115-F84A-86B5497939B8}"/>
          </ac:spMkLst>
        </pc:spChg>
        <pc:spChg chg="mod">
          <ac:chgData name="Duvan Danilo Cita Cuevas" userId="fae3adf8-ed60-476c-8242-abed74898a84" providerId="ADAL" clId="{9CEF5D9D-ED2E-4BBF-802C-904CD32BD5C5}" dt="2024-06-11T14:40:18.328" v="401" actId="1038"/>
          <ac:spMkLst>
            <pc:docMk/>
            <pc:sldMk cId="2804575580" sldId="7816"/>
            <ac:spMk id="13" creationId="{93E19DE8-5DF4-DCC1-EE15-6553ECE55004}"/>
          </ac:spMkLst>
        </pc:spChg>
        <pc:spChg chg="add del mod">
          <ac:chgData name="Duvan Danilo Cita Cuevas" userId="fae3adf8-ed60-476c-8242-abed74898a84" providerId="ADAL" clId="{9CEF5D9D-ED2E-4BBF-802C-904CD32BD5C5}" dt="2024-06-11T15:03:51.385" v="776" actId="207"/>
          <ac:spMkLst>
            <pc:docMk/>
            <pc:sldMk cId="2804575580" sldId="7816"/>
            <ac:spMk id="25" creationId="{309919B9-AFF6-E9BC-A5DE-919D3E01146D}"/>
          </ac:spMkLst>
        </pc:spChg>
        <pc:spChg chg="add mod">
          <ac:chgData name="Duvan Danilo Cita Cuevas" userId="fae3adf8-ed60-476c-8242-abed74898a84" providerId="ADAL" clId="{9CEF5D9D-ED2E-4BBF-802C-904CD32BD5C5}" dt="2024-06-11T14:44:57.825" v="510" actId="1038"/>
          <ac:spMkLst>
            <pc:docMk/>
            <pc:sldMk cId="2804575580" sldId="7816"/>
            <ac:spMk id="27" creationId="{6F312C0C-F82D-15C3-4257-5FA3C26A19DC}"/>
          </ac:spMkLst>
        </pc:spChg>
        <pc:spChg chg="add mod">
          <ac:chgData name="Duvan Danilo Cita Cuevas" userId="fae3adf8-ed60-476c-8242-abed74898a84" providerId="ADAL" clId="{9CEF5D9D-ED2E-4BBF-802C-904CD32BD5C5}" dt="2024-06-11T14:44:57.825" v="510" actId="1038"/>
          <ac:spMkLst>
            <pc:docMk/>
            <pc:sldMk cId="2804575580" sldId="7816"/>
            <ac:spMk id="28" creationId="{67AE4F8A-EAB1-3DAE-59D3-682740C88AB0}"/>
          </ac:spMkLst>
        </pc:spChg>
        <pc:spChg chg="add mod">
          <ac:chgData name="Duvan Danilo Cita Cuevas" userId="fae3adf8-ed60-476c-8242-abed74898a84" providerId="ADAL" clId="{9CEF5D9D-ED2E-4BBF-802C-904CD32BD5C5}" dt="2024-06-11T15:03:55.390" v="777" actId="207"/>
          <ac:spMkLst>
            <pc:docMk/>
            <pc:sldMk cId="2804575580" sldId="7816"/>
            <ac:spMk id="29" creationId="{87DDFBB2-03E0-6235-FAEB-958C304C1089}"/>
          </ac:spMkLst>
        </pc:spChg>
        <pc:spChg chg="add mod">
          <ac:chgData name="Duvan Danilo Cita Cuevas" userId="fae3adf8-ed60-476c-8242-abed74898a84" providerId="ADAL" clId="{9CEF5D9D-ED2E-4BBF-802C-904CD32BD5C5}" dt="2024-06-11T14:46:35.195" v="515" actId="14100"/>
          <ac:spMkLst>
            <pc:docMk/>
            <pc:sldMk cId="2804575580" sldId="7816"/>
            <ac:spMk id="33" creationId="{3463866F-C1C0-CE9F-A990-5ECEBBEBD36C}"/>
          </ac:spMkLst>
        </pc:spChg>
        <pc:spChg chg="add mod">
          <ac:chgData name="Duvan Danilo Cita Cuevas" userId="fae3adf8-ed60-476c-8242-abed74898a84" providerId="ADAL" clId="{9CEF5D9D-ED2E-4BBF-802C-904CD32BD5C5}" dt="2024-06-11T14:57:46.242" v="668" actId="207"/>
          <ac:spMkLst>
            <pc:docMk/>
            <pc:sldMk cId="2804575580" sldId="7816"/>
            <ac:spMk id="35" creationId="{FF30E610-ED4E-F419-553A-C52336A639DB}"/>
          </ac:spMkLst>
        </pc:spChg>
        <pc:spChg chg="add mod">
          <ac:chgData name="Duvan Danilo Cita Cuevas" userId="fae3adf8-ed60-476c-8242-abed74898a84" providerId="ADAL" clId="{9CEF5D9D-ED2E-4BBF-802C-904CD32BD5C5}" dt="2024-06-11T15:21:55.062" v="985"/>
          <ac:spMkLst>
            <pc:docMk/>
            <pc:sldMk cId="2804575580" sldId="7816"/>
            <ac:spMk id="39" creationId="{C0B74640-F53B-A3F4-6100-5BC43B11A069}"/>
          </ac:spMkLst>
        </pc:spChg>
        <pc:graphicFrameChg chg="add mod">
          <ac:chgData name="Duvan Danilo Cita Cuevas" userId="fae3adf8-ed60-476c-8242-abed74898a84" providerId="ADAL" clId="{9CEF5D9D-ED2E-4BBF-802C-904CD32BD5C5}" dt="2024-06-11T14:44:32.864" v="441"/>
          <ac:graphicFrameMkLst>
            <pc:docMk/>
            <pc:sldMk cId="2804575580" sldId="7816"/>
            <ac:graphicFrameMk id="31" creationId="{614E7D1C-7967-B786-A66D-F0050D43A104}"/>
          </ac:graphicFrameMkLst>
        </pc:graphicFrameChg>
        <pc:picChg chg="del">
          <ac:chgData name="Duvan Danilo Cita Cuevas" userId="fae3adf8-ed60-476c-8242-abed74898a84" providerId="ADAL" clId="{9CEF5D9D-ED2E-4BBF-802C-904CD32BD5C5}" dt="2024-06-11T14:33:34.803" v="255" actId="478"/>
          <ac:picMkLst>
            <pc:docMk/>
            <pc:sldMk cId="2804575580" sldId="7816"/>
            <ac:picMk id="4" creationId="{E8FFEE34-3A66-213F-A3B2-25D2482FDA59}"/>
          </ac:picMkLst>
        </pc:picChg>
        <pc:picChg chg="del mod">
          <ac:chgData name="Duvan Danilo Cita Cuevas" userId="fae3adf8-ed60-476c-8242-abed74898a84" providerId="ADAL" clId="{9CEF5D9D-ED2E-4BBF-802C-904CD32BD5C5}" dt="2024-06-11T14:36:02.103" v="277" actId="478"/>
          <ac:picMkLst>
            <pc:docMk/>
            <pc:sldMk cId="2804575580" sldId="7816"/>
            <ac:picMk id="5" creationId="{0E86455D-508F-8B6F-38B3-74E0FE520135}"/>
          </ac:picMkLst>
        </pc:picChg>
        <pc:picChg chg="del">
          <ac:chgData name="Duvan Danilo Cita Cuevas" userId="fae3adf8-ed60-476c-8242-abed74898a84" providerId="ADAL" clId="{9CEF5D9D-ED2E-4BBF-802C-904CD32BD5C5}" dt="2024-06-11T14:37:43.328" v="295" actId="478"/>
          <ac:picMkLst>
            <pc:docMk/>
            <pc:sldMk cId="2804575580" sldId="7816"/>
            <ac:picMk id="6" creationId="{936B8475-BAA4-2D82-BBA7-78DD4E0D1E21}"/>
          </ac:picMkLst>
        </pc:picChg>
        <pc:picChg chg="del mod">
          <ac:chgData name="Duvan Danilo Cita Cuevas" userId="fae3adf8-ed60-476c-8242-abed74898a84" providerId="ADAL" clId="{9CEF5D9D-ED2E-4BBF-802C-904CD32BD5C5}" dt="2024-06-11T14:44:00.179" v="435" actId="478"/>
          <ac:picMkLst>
            <pc:docMk/>
            <pc:sldMk cId="2804575580" sldId="7816"/>
            <ac:picMk id="24" creationId="{EB9237ED-38B4-C907-DFC3-2553753BD8B0}"/>
          </ac:picMkLst>
        </pc:picChg>
        <pc:picChg chg="del mod">
          <ac:chgData name="Duvan Danilo Cita Cuevas" userId="fae3adf8-ed60-476c-8242-abed74898a84" providerId="ADAL" clId="{9CEF5D9D-ED2E-4BBF-802C-904CD32BD5C5}" dt="2024-06-11T14:44:25.954" v="440" actId="478"/>
          <ac:picMkLst>
            <pc:docMk/>
            <pc:sldMk cId="2804575580" sldId="7816"/>
            <ac:picMk id="26" creationId="{B9F3152B-2783-9757-EDFD-2629A8F1420A}"/>
          </ac:picMkLst>
        </pc:picChg>
        <pc:picChg chg="mod">
          <ac:chgData name="Duvan Danilo Cita Cuevas" userId="fae3adf8-ed60-476c-8242-abed74898a84" providerId="ADAL" clId="{9CEF5D9D-ED2E-4BBF-802C-904CD32BD5C5}" dt="2024-06-11T14:44:51.512" v="486" actId="1038"/>
          <ac:picMkLst>
            <pc:docMk/>
            <pc:sldMk cId="2804575580" sldId="7816"/>
            <ac:picMk id="30" creationId="{38C1CA90-FC48-6738-BD2C-666BC350FDE4}"/>
          </ac:picMkLst>
        </pc:picChg>
        <pc:picChg chg="mod">
          <ac:chgData name="Duvan Danilo Cita Cuevas" userId="fae3adf8-ed60-476c-8242-abed74898a84" providerId="ADAL" clId="{9CEF5D9D-ED2E-4BBF-802C-904CD32BD5C5}" dt="2024-06-11T14:44:51.512" v="486" actId="1038"/>
          <ac:picMkLst>
            <pc:docMk/>
            <pc:sldMk cId="2804575580" sldId="7816"/>
            <ac:picMk id="32" creationId="{0668B077-794A-1221-E462-2069BEA5BA83}"/>
          </ac:picMkLst>
        </pc:picChg>
        <pc:cxnChg chg="add del">
          <ac:chgData name="Duvan Danilo Cita Cuevas" userId="fae3adf8-ed60-476c-8242-abed74898a84" providerId="ADAL" clId="{9CEF5D9D-ED2E-4BBF-802C-904CD32BD5C5}" dt="2024-06-11T14:34:18.417" v="260" actId="478"/>
          <ac:cxnSpMkLst>
            <pc:docMk/>
            <pc:sldMk cId="2804575580" sldId="7816"/>
            <ac:cxnSpMk id="8" creationId="{B494550E-0EE7-DF34-5A09-2E089111DADF}"/>
          </ac:cxnSpMkLst>
        </pc:cxnChg>
        <pc:cxnChg chg="add del mod">
          <ac:chgData name="Duvan Danilo Cita Cuevas" userId="fae3adf8-ed60-476c-8242-abed74898a84" providerId="ADAL" clId="{9CEF5D9D-ED2E-4BBF-802C-904CD32BD5C5}" dt="2024-06-11T14:38:25.685" v="299" actId="478"/>
          <ac:cxnSpMkLst>
            <pc:docMk/>
            <pc:sldMk cId="2804575580" sldId="7816"/>
            <ac:cxnSpMk id="10" creationId="{442433DE-EA4A-C000-E10B-5C5697914F2B}"/>
          </ac:cxnSpMkLst>
        </pc:cxnChg>
        <pc:cxnChg chg="add del mod">
          <ac:chgData name="Duvan Danilo Cita Cuevas" userId="fae3adf8-ed60-476c-8242-abed74898a84" providerId="ADAL" clId="{9CEF5D9D-ED2E-4BBF-802C-904CD32BD5C5}" dt="2024-06-11T14:38:24.610" v="298" actId="478"/>
          <ac:cxnSpMkLst>
            <pc:docMk/>
            <pc:sldMk cId="2804575580" sldId="7816"/>
            <ac:cxnSpMk id="15" creationId="{3BD9DB17-4CA8-11BB-58F3-9DD71DF29F56}"/>
          </ac:cxnSpMkLst>
        </pc:cxnChg>
        <pc:cxnChg chg="add mod">
          <ac:chgData name="Duvan Danilo Cita Cuevas" userId="fae3adf8-ed60-476c-8242-abed74898a84" providerId="ADAL" clId="{9CEF5D9D-ED2E-4BBF-802C-904CD32BD5C5}" dt="2024-06-11T14:47:11.979" v="521" actId="14100"/>
          <ac:cxnSpMkLst>
            <pc:docMk/>
            <pc:sldMk cId="2804575580" sldId="7816"/>
            <ac:cxnSpMk id="34" creationId="{8A4FE2C7-4403-CD74-FD71-A0F70FCFB592}"/>
          </ac:cxnSpMkLst>
        </pc:cxnChg>
      </pc:sldChg>
      <pc:sldChg chg="addSp delSp modSp mod ord">
        <pc:chgData name="Duvan Danilo Cita Cuevas" userId="fae3adf8-ed60-476c-8242-abed74898a84" providerId="ADAL" clId="{9CEF5D9D-ED2E-4BBF-802C-904CD32BD5C5}" dt="2024-06-11T15:21:52.989" v="984"/>
        <pc:sldMkLst>
          <pc:docMk/>
          <pc:sldMk cId="4294479714" sldId="7817"/>
        </pc:sldMkLst>
        <pc:spChg chg="mod">
          <ac:chgData name="Duvan Danilo Cita Cuevas" userId="fae3adf8-ed60-476c-8242-abed74898a84" providerId="ADAL" clId="{9CEF5D9D-ED2E-4BBF-802C-904CD32BD5C5}" dt="2024-06-11T15:03:19.625" v="774" actId="20577"/>
          <ac:spMkLst>
            <pc:docMk/>
            <pc:sldMk cId="4294479714" sldId="7817"/>
            <ac:spMk id="2" creationId="{00000000-0000-0000-0000-000000000000}"/>
          </ac:spMkLst>
        </pc:spChg>
        <pc:spChg chg="del">
          <ac:chgData name="Duvan Danilo Cita Cuevas" userId="fae3adf8-ed60-476c-8242-abed74898a84" providerId="ADAL" clId="{9CEF5D9D-ED2E-4BBF-802C-904CD32BD5C5}" dt="2024-06-11T15:21:23.582" v="981" actId="478"/>
          <ac:spMkLst>
            <pc:docMk/>
            <pc:sldMk cId="4294479714" sldId="7817"/>
            <ac:spMk id="3" creationId="{14FFE073-D98B-423F-ACBF-364DE9235E8E}"/>
          </ac:spMkLst>
        </pc:spChg>
        <pc:spChg chg="add mod">
          <ac:chgData name="Duvan Danilo Cita Cuevas" userId="fae3adf8-ed60-476c-8242-abed74898a84" providerId="ADAL" clId="{9CEF5D9D-ED2E-4BBF-802C-904CD32BD5C5}" dt="2024-06-11T14:54:07.925" v="605" actId="1037"/>
          <ac:spMkLst>
            <pc:docMk/>
            <pc:sldMk cId="4294479714" sldId="7817"/>
            <ac:spMk id="4" creationId="{4B66BA3C-860C-A990-8A1E-E736F8B26692}"/>
          </ac:spMkLst>
        </pc:spChg>
        <pc:spChg chg="del">
          <ac:chgData name="Duvan Danilo Cita Cuevas" userId="fae3adf8-ed60-476c-8242-abed74898a84" providerId="ADAL" clId="{9CEF5D9D-ED2E-4BBF-802C-904CD32BD5C5}" dt="2024-06-11T14:47:22.604" v="522" actId="478"/>
          <ac:spMkLst>
            <pc:docMk/>
            <pc:sldMk cId="4294479714" sldId="7817"/>
            <ac:spMk id="12" creationId="{50B4AB74-D1FF-AD69-8902-FBC5E917895B}"/>
          </ac:spMkLst>
        </pc:spChg>
        <pc:spChg chg="mod">
          <ac:chgData name="Duvan Danilo Cita Cuevas" userId="fae3adf8-ed60-476c-8242-abed74898a84" providerId="ADAL" clId="{9CEF5D9D-ED2E-4BBF-802C-904CD32BD5C5}" dt="2024-06-11T14:56:05.866" v="636" actId="14100"/>
          <ac:spMkLst>
            <pc:docMk/>
            <pc:sldMk cId="4294479714" sldId="7817"/>
            <ac:spMk id="13" creationId="{9380A707-6DE0-A46B-F9EA-9176B8DFEA5C}"/>
          </ac:spMkLst>
        </pc:spChg>
        <pc:spChg chg="mod">
          <ac:chgData name="Duvan Danilo Cita Cuevas" userId="fae3adf8-ed60-476c-8242-abed74898a84" providerId="ADAL" clId="{9CEF5D9D-ED2E-4BBF-802C-904CD32BD5C5}" dt="2024-06-11T14:56:11.547" v="638" actId="14100"/>
          <ac:spMkLst>
            <pc:docMk/>
            <pc:sldMk cId="4294479714" sldId="7817"/>
            <ac:spMk id="14" creationId="{1EF75C12-7692-3D13-A420-397170B06A92}"/>
          </ac:spMkLst>
        </pc:spChg>
        <pc:spChg chg="mod">
          <ac:chgData name="Duvan Danilo Cita Cuevas" userId="fae3adf8-ed60-476c-8242-abed74898a84" providerId="ADAL" clId="{9CEF5D9D-ED2E-4BBF-802C-904CD32BD5C5}" dt="2024-06-11T14:56:16.801" v="640" actId="14100"/>
          <ac:spMkLst>
            <pc:docMk/>
            <pc:sldMk cId="4294479714" sldId="7817"/>
            <ac:spMk id="15" creationId="{4A70BE85-E231-0B09-A565-ECE4FCADEE9D}"/>
          </ac:spMkLst>
        </pc:spChg>
        <pc:spChg chg="del">
          <ac:chgData name="Duvan Danilo Cita Cuevas" userId="fae3adf8-ed60-476c-8242-abed74898a84" providerId="ADAL" clId="{9CEF5D9D-ED2E-4BBF-802C-904CD32BD5C5}" dt="2024-06-11T14:47:22.604" v="522" actId="478"/>
          <ac:spMkLst>
            <pc:docMk/>
            <pc:sldMk cId="4294479714" sldId="7817"/>
            <ac:spMk id="17" creationId="{D17FF748-A659-0C27-831B-07499D7E5C53}"/>
          </ac:spMkLst>
        </pc:spChg>
        <pc:spChg chg="del">
          <ac:chgData name="Duvan Danilo Cita Cuevas" userId="fae3adf8-ed60-476c-8242-abed74898a84" providerId="ADAL" clId="{9CEF5D9D-ED2E-4BBF-802C-904CD32BD5C5}" dt="2024-06-11T14:47:22.604" v="522" actId="478"/>
          <ac:spMkLst>
            <pc:docMk/>
            <pc:sldMk cId="4294479714" sldId="7817"/>
            <ac:spMk id="19" creationId="{F8DD0B1A-B2C8-1756-596F-16392DE45C8D}"/>
          </ac:spMkLst>
        </pc:spChg>
        <pc:spChg chg="add mod">
          <ac:chgData name="Duvan Danilo Cita Cuevas" userId="fae3adf8-ed60-476c-8242-abed74898a84" providerId="ADAL" clId="{9CEF5D9D-ED2E-4BBF-802C-904CD32BD5C5}" dt="2024-06-11T14:54:07.925" v="605" actId="1037"/>
          <ac:spMkLst>
            <pc:docMk/>
            <pc:sldMk cId="4294479714" sldId="7817"/>
            <ac:spMk id="20" creationId="{E01D1D12-B979-CCBF-3C6A-1467618911E5}"/>
          </ac:spMkLst>
        </pc:spChg>
        <pc:spChg chg="add del mod">
          <ac:chgData name="Duvan Danilo Cita Cuevas" userId="fae3adf8-ed60-476c-8242-abed74898a84" providerId="ADAL" clId="{9CEF5D9D-ED2E-4BBF-802C-904CD32BD5C5}" dt="2024-06-11T14:55:45.326" v="632" actId="21"/>
          <ac:spMkLst>
            <pc:docMk/>
            <pc:sldMk cId="4294479714" sldId="7817"/>
            <ac:spMk id="28" creationId="{A2975A92-CEFD-66DC-2254-918B12CDD30E}"/>
          </ac:spMkLst>
        </pc:spChg>
        <pc:spChg chg="add del mod">
          <ac:chgData name="Duvan Danilo Cita Cuevas" userId="fae3adf8-ed60-476c-8242-abed74898a84" providerId="ADAL" clId="{9CEF5D9D-ED2E-4BBF-802C-904CD32BD5C5}" dt="2024-06-11T14:55:45.326" v="632" actId="21"/>
          <ac:spMkLst>
            <pc:docMk/>
            <pc:sldMk cId="4294479714" sldId="7817"/>
            <ac:spMk id="29" creationId="{79BAD978-AB7F-A8D8-90EE-B721B10CB4EE}"/>
          </ac:spMkLst>
        </pc:spChg>
        <pc:spChg chg="add del mod">
          <ac:chgData name="Duvan Danilo Cita Cuevas" userId="fae3adf8-ed60-476c-8242-abed74898a84" providerId="ADAL" clId="{9CEF5D9D-ED2E-4BBF-802C-904CD32BD5C5}" dt="2024-06-11T14:55:13.924" v="624" actId="478"/>
          <ac:spMkLst>
            <pc:docMk/>
            <pc:sldMk cId="4294479714" sldId="7817"/>
            <ac:spMk id="30" creationId="{7863D76F-64FA-B891-21E9-63ED11BA1012}"/>
          </ac:spMkLst>
        </pc:spChg>
        <pc:spChg chg="add del mod">
          <ac:chgData name="Duvan Danilo Cita Cuevas" userId="fae3adf8-ed60-476c-8242-abed74898a84" providerId="ADAL" clId="{9CEF5D9D-ED2E-4BBF-802C-904CD32BD5C5}" dt="2024-06-11T14:55:45.326" v="632" actId="21"/>
          <ac:spMkLst>
            <pc:docMk/>
            <pc:sldMk cId="4294479714" sldId="7817"/>
            <ac:spMk id="31" creationId="{A69202C6-2642-642E-9FCA-3EB1FEBA6482}"/>
          </ac:spMkLst>
        </pc:spChg>
        <pc:spChg chg="add del mod">
          <ac:chgData name="Duvan Danilo Cita Cuevas" userId="fae3adf8-ed60-476c-8242-abed74898a84" providerId="ADAL" clId="{9CEF5D9D-ED2E-4BBF-802C-904CD32BD5C5}" dt="2024-06-11T14:55:45.326" v="632" actId="21"/>
          <ac:spMkLst>
            <pc:docMk/>
            <pc:sldMk cId="4294479714" sldId="7817"/>
            <ac:spMk id="32" creationId="{85404301-B256-3270-697A-69F6116639FD}"/>
          </ac:spMkLst>
        </pc:spChg>
        <pc:spChg chg="add mod">
          <ac:chgData name="Duvan Danilo Cita Cuevas" userId="fae3adf8-ed60-476c-8242-abed74898a84" providerId="ADAL" clId="{9CEF5D9D-ED2E-4BBF-802C-904CD32BD5C5}" dt="2024-06-11T14:55:49.754" v="634" actId="1076"/>
          <ac:spMkLst>
            <pc:docMk/>
            <pc:sldMk cId="4294479714" sldId="7817"/>
            <ac:spMk id="33" creationId="{A2975A92-CEFD-66DC-2254-918B12CDD30E}"/>
          </ac:spMkLst>
        </pc:spChg>
        <pc:spChg chg="add mod">
          <ac:chgData name="Duvan Danilo Cita Cuevas" userId="fae3adf8-ed60-476c-8242-abed74898a84" providerId="ADAL" clId="{9CEF5D9D-ED2E-4BBF-802C-904CD32BD5C5}" dt="2024-06-11T14:55:49.754" v="634" actId="1076"/>
          <ac:spMkLst>
            <pc:docMk/>
            <pc:sldMk cId="4294479714" sldId="7817"/>
            <ac:spMk id="34" creationId="{79BAD978-AB7F-A8D8-90EE-B721B10CB4EE}"/>
          </ac:spMkLst>
        </pc:spChg>
        <pc:spChg chg="add mod">
          <ac:chgData name="Duvan Danilo Cita Cuevas" userId="fae3adf8-ed60-476c-8242-abed74898a84" providerId="ADAL" clId="{9CEF5D9D-ED2E-4BBF-802C-904CD32BD5C5}" dt="2024-06-11T14:55:49.754" v="634" actId="1076"/>
          <ac:spMkLst>
            <pc:docMk/>
            <pc:sldMk cId="4294479714" sldId="7817"/>
            <ac:spMk id="35" creationId="{A69202C6-2642-642E-9FCA-3EB1FEBA6482}"/>
          </ac:spMkLst>
        </pc:spChg>
        <pc:spChg chg="add mod">
          <ac:chgData name="Duvan Danilo Cita Cuevas" userId="fae3adf8-ed60-476c-8242-abed74898a84" providerId="ADAL" clId="{9CEF5D9D-ED2E-4BBF-802C-904CD32BD5C5}" dt="2024-06-11T14:55:49.754" v="634" actId="1076"/>
          <ac:spMkLst>
            <pc:docMk/>
            <pc:sldMk cId="4294479714" sldId="7817"/>
            <ac:spMk id="36" creationId="{85404301-B256-3270-697A-69F6116639FD}"/>
          </ac:spMkLst>
        </pc:spChg>
        <pc:spChg chg="add mod">
          <ac:chgData name="Duvan Danilo Cita Cuevas" userId="fae3adf8-ed60-476c-8242-abed74898a84" providerId="ADAL" clId="{9CEF5D9D-ED2E-4BBF-802C-904CD32BD5C5}" dt="2024-06-11T15:21:52.989" v="984"/>
          <ac:spMkLst>
            <pc:docMk/>
            <pc:sldMk cId="4294479714" sldId="7817"/>
            <ac:spMk id="37" creationId="{7F3692D9-A232-7412-F18B-D9FA28527500}"/>
          </ac:spMkLst>
        </pc:spChg>
        <pc:graphicFrameChg chg="add mod">
          <ac:chgData name="Duvan Danilo Cita Cuevas" userId="fae3adf8-ed60-476c-8242-abed74898a84" providerId="ADAL" clId="{9CEF5D9D-ED2E-4BBF-802C-904CD32BD5C5}" dt="2024-06-11T14:49:40.953" v="556"/>
          <ac:graphicFrameMkLst>
            <pc:docMk/>
            <pc:sldMk cId="4294479714" sldId="7817"/>
            <ac:graphicFrameMk id="5" creationId="{F0D11FFF-6306-FD76-2E4C-991F05991AE2}"/>
          </ac:graphicFrameMkLst>
        </pc:graphicFrameChg>
        <pc:graphicFrameChg chg="add mod">
          <ac:chgData name="Duvan Danilo Cita Cuevas" userId="fae3adf8-ed60-476c-8242-abed74898a84" providerId="ADAL" clId="{9CEF5D9D-ED2E-4BBF-802C-904CD32BD5C5}" dt="2024-06-11T14:52:45.498" v="589"/>
          <ac:graphicFrameMkLst>
            <pc:docMk/>
            <pc:sldMk cId="4294479714" sldId="7817"/>
            <ac:graphicFrameMk id="26" creationId="{FBF69AE1-19A8-15B0-0DAC-56C69AD13DD7}"/>
          </ac:graphicFrameMkLst>
        </pc:graphicFrameChg>
        <pc:picChg chg="del mod">
          <ac:chgData name="Duvan Danilo Cita Cuevas" userId="fae3adf8-ed60-476c-8242-abed74898a84" providerId="ADAL" clId="{9CEF5D9D-ED2E-4BBF-802C-904CD32BD5C5}" dt="2024-06-11T14:49:37.637" v="555" actId="478"/>
          <ac:picMkLst>
            <pc:docMk/>
            <pc:sldMk cId="4294479714" sldId="7817"/>
            <ac:picMk id="6" creationId="{451CA87F-9A5F-4ADA-5449-93B343DE2581}"/>
          </ac:picMkLst>
        </pc:picChg>
        <pc:picChg chg="mod">
          <ac:chgData name="Duvan Danilo Cita Cuevas" userId="fae3adf8-ed60-476c-8242-abed74898a84" providerId="ADAL" clId="{9CEF5D9D-ED2E-4BBF-802C-904CD32BD5C5}" dt="2024-06-11T14:54:51.420" v="616" actId="1076"/>
          <ac:picMkLst>
            <pc:docMk/>
            <pc:sldMk cId="4294479714" sldId="7817"/>
            <ac:picMk id="7" creationId="{8641D41C-FF19-8ABF-7F79-07F4EC35097F}"/>
          </ac:picMkLst>
        </pc:picChg>
        <pc:picChg chg="mod">
          <ac:chgData name="Duvan Danilo Cita Cuevas" userId="fae3adf8-ed60-476c-8242-abed74898a84" providerId="ADAL" clId="{9CEF5D9D-ED2E-4BBF-802C-904CD32BD5C5}" dt="2024-06-11T14:54:51.420" v="616" actId="1076"/>
          <ac:picMkLst>
            <pc:docMk/>
            <pc:sldMk cId="4294479714" sldId="7817"/>
            <ac:picMk id="8" creationId="{59873467-49B9-EF25-369B-C19F3250041C}"/>
          </ac:picMkLst>
        </pc:picChg>
        <pc:picChg chg="del mod">
          <ac:chgData name="Duvan Danilo Cita Cuevas" userId="fae3adf8-ed60-476c-8242-abed74898a84" providerId="ADAL" clId="{9CEF5D9D-ED2E-4BBF-802C-904CD32BD5C5}" dt="2024-06-11T14:50:00.366" v="559" actId="478"/>
          <ac:picMkLst>
            <pc:docMk/>
            <pc:sldMk cId="4294479714" sldId="7817"/>
            <ac:picMk id="9" creationId="{05606ABC-2F66-53F8-DCAB-816C904435A1}"/>
          </ac:picMkLst>
        </pc:picChg>
        <pc:picChg chg="del">
          <ac:chgData name="Duvan Danilo Cita Cuevas" userId="fae3adf8-ed60-476c-8242-abed74898a84" providerId="ADAL" clId="{9CEF5D9D-ED2E-4BBF-802C-904CD32BD5C5}" dt="2024-06-11T14:47:22.604" v="522" actId="478"/>
          <ac:picMkLst>
            <pc:docMk/>
            <pc:sldMk cId="4294479714" sldId="7817"/>
            <ac:picMk id="10" creationId="{2B83E961-CCA7-F70C-F523-EDDC875CC213}"/>
          </ac:picMkLst>
        </pc:picChg>
        <pc:picChg chg="del mod">
          <ac:chgData name="Duvan Danilo Cita Cuevas" userId="fae3adf8-ed60-476c-8242-abed74898a84" providerId="ADAL" clId="{9CEF5D9D-ED2E-4BBF-802C-904CD32BD5C5}" dt="2024-06-11T14:50:14.443" v="561" actId="478"/>
          <ac:picMkLst>
            <pc:docMk/>
            <pc:sldMk cId="4294479714" sldId="7817"/>
            <ac:picMk id="11" creationId="{E53FA910-4567-DCDB-E033-2EFCA1A3EA71}"/>
          </ac:picMkLst>
        </pc:picChg>
        <pc:picChg chg="mod">
          <ac:chgData name="Duvan Danilo Cita Cuevas" userId="fae3adf8-ed60-476c-8242-abed74898a84" providerId="ADAL" clId="{9CEF5D9D-ED2E-4BBF-802C-904CD32BD5C5}" dt="2024-06-11T14:54:51.420" v="616" actId="1076"/>
          <ac:picMkLst>
            <pc:docMk/>
            <pc:sldMk cId="4294479714" sldId="7817"/>
            <ac:picMk id="16" creationId="{4C9BABDC-EF2B-9B0A-FBB0-25154C52AB5A}"/>
          </ac:picMkLst>
        </pc:picChg>
        <pc:picChg chg="add del mod">
          <ac:chgData name="Duvan Danilo Cita Cuevas" userId="fae3adf8-ed60-476c-8242-abed74898a84" providerId="ADAL" clId="{9CEF5D9D-ED2E-4BBF-802C-904CD32BD5C5}" dt="2024-06-11T14:52:27.437" v="585" actId="478"/>
          <ac:picMkLst>
            <pc:docMk/>
            <pc:sldMk cId="4294479714" sldId="7817"/>
            <ac:picMk id="21" creationId="{96917E41-D0BE-7B04-D8E1-0D4DF10E6CFC}"/>
          </ac:picMkLst>
        </pc:picChg>
        <pc:picChg chg="add del mod">
          <ac:chgData name="Duvan Danilo Cita Cuevas" userId="fae3adf8-ed60-476c-8242-abed74898a84" providerId="ADAL" clId="{9CEF5D9D-ED2E-4BBF-802C-904CD32BD5C5}" dt="2024-06-11T14:52:27.822" v="586" actId="478"/>
          <ac:picMkLst>
            <pc:docMk/>
            <pc:sldMk cId="4294479714" sldId="7817"/>
            <ac:picMk id="22" creationId="{FC29DF7D-5837-9DF0-0023-369599AC6A9B}"/>
          </ac:picMkLst>
        </pc:picChg>
        <pc:picChg chg="add del mod">
          <ac:chgData name="Duvan Danilo Cita Cuevas" userId="fae3adf8-ed60-476c-8242-abed74898a84" providerId="ADAL" clId="{9CEF5D9D-ED2E-4BBF-802C-904CD32BD5C5}" dt="2024-06-11T14:51:49.519" v="582" actId="478"/>
          <ac:picMkLst>
            <pc:docMk/>
            <pc:sldMk cId="4294479714" sldId="7817"/>
            <ac:picMk id="23" creationId="{D30BD0C3-5194-3831-C85D-9B5ABCE7D2E8}"/>
          </ac:picMkLst>
        </pc:picChg>
        <pc:picChg chg="mod">
          <ac:chgData name="Duvan Danilo Cita Cuevas" userId="fae3adf8-ed60-476c-8242-abed74898a84" providerId="ADAL" clId="{9CEF5D9D-ED2E-4BBF-802C-904CD32BD5C5}" dt="2024-06-11T14:54:51.420" v="616" actId="1076"/>
          <ac:picMkLst>
            <pc:docMk/>
            <pc:sldMk cId="4294479714" sldId="7817"/>
            <ac:picMk id="24" creationId="{FCEE9B5B-AA3E-5835-97CD-4854F73DBE44}"/>
          </ac:picMkLst>
        </pc:picChg>
        <pc:picChg chg="mod">
          <ac:chgData name="Duvan Danilo Cita Cuevas" userId="fae3adf8-ed60-476c-8242-abed74898a84" providerId="ADAL" clId="{9CEF5D9D-ED2E-4BBF-802C-904CD32BD5C5}" dt="2024-06-11T14:54:51.420" v="616" actId="1076"/>
          <ac:picMkLst>
            <pc:docMk/>
            <pc:sldMk cId="4294479714" sldId="7817"/>
            <ac:picMk id="25" creationId="{353A68C1-6063-E1EA-AFA9-5B2465311F18}"/>
          </ac:picMkLst>
        </pc:picChg>
        <pc:picChg chg="mod">
          <ac:chgData name="Duvan Danilo Cita Cuevas" userId="fae3adf8-ed60-476c-8242-abed74898a84" providerId="ADAL" clId="{9CEF5D9D-ED2E-4BBF-802C-904CD32BD5C5}" dt="2024-06-11T14:54:51.420" v="616" actId="1076"/>
          <ac:picMkLst>
            <pc:docMk/>
            <pc:sldMk cId="4294479714" sldId="7817"/>
            <ac:picMk id="27" creationId="{0D5EF8D8-2A9E-D4C0-C9D3-69792E8B7803}"/>
          </ac:picMkLst>
        </pc:picChg>
        <pc:cxnChg chg="del">
          <ac:chgData name="Duvan Danilo Cita Cuevas" userId="fae3adf8-ed60-476c-8242-abed74898a84" providerId="ADAL" clId="{9CEF5D9D-ED2E-4BBF-802C-904CD32BD5C5}" dt="2024-06-11T14:47:22.604" v="522" actId="478"/>
          <ac:cxnSpMkLst>
            <pc:docMk/>
            <pc:sldMk cId="4294479714" sldId="7817"/>
            <ac:cxnSpMk id="18" creationId="{89A3F4D0-09A3-4C83-98A2-8CC0355108E1}"/>
          </ac:cxnSpMkLst>
        </pc:cxnChg>
      </pc:sldChg>
      <pc:sldChg chg="addSp delSp modSp mod">
        <pc:chgData name="Duvan Danilo Cita Cuevas" userId="fae3adf8-ed60-476c-8242-abed74898a84" providerId="ADAL" clId="{9CEF5D9D-ED2E-4BBF-802C-904CD32BD5C5}" dt="2024-06-11T15:21:58.122" v="986"/>
        <pc:sldMkLst>
          <pc:docMk/>
          <pc:sldMk cId="3842597388" sldId="7818"/>
        </pc:sldMkLst>
        <pc:spChg chg="del">
          <ac:chgData name="Duvan Danilo Cita Cuevas" userId="fae3adf8-ed60-476c-8242-abed74898a84" providerId="ADAL" clId="{9CEF5D9D-ED2E-4BBF-802C-904CD32BD5C5}" dt="2024-06-11T15:21:10.308" v="979" actId="478"/>
          <ac:spMkLst>
            <pc:docMk/>
            <pc:sldMk cId="3842597388" sldId="7818"/>
            <ac:spMk id="3" creationId="{14FFE073-D98B-423F-ACBF-364DE9235E8E}"/>
          </ac:spMkLst>
        </pc:spChg>
        <pc:spChg chg="mod">
          <ac:chgData name="Duvan Danilo Cita Cuevas" userId="fae3adf8-ed60-476c-8242-abed74898a84" providerId="ADAL" clId="{9CEF5D9D-ED2E-4BBF-802C-904CD32BD5C5}" dt="2024-06-11T15:10:02.490" v="833" actId="14100"/>
          <ac:spMkLst>
            <pc:docMk/>
            <pc:sldMk cId="3842597388" sldId="7818"/>
            <ac:spMk id="9" creationId="{B2622D26-E1BC-0357-4061-FC7F6D852FB6}"/>
          </ac:spMkLst>
        </pc:spChg>
        <pc:spChg chg="mod">
          <ac:chgData name="Duvan Danilo Cita Cuevas" userId="fae3adf8-ed60-476c-8242-abed74898a84" providerId="ADAL" clId="{9CEF5D9D-ED2E-4BBF-802C-904CD32BD5C5}" dt="2024-06-11T15:10:14.841" v="835" actId="1076"/>
          <ac:spMkLst>
            <pc:docMk/>
            <pc:sldMk cId="3842597388" sldId="7818"/>
            <ac:spMk id="13" creationId="{9380A707-6DE0-A46B-F9EA-9176B8DFEA5C}"/>
          </ac:spMkLst>
        </pc:spChg>
        <pc:spChg chg="mod">
          <ac:chgData name="Duvan Danilo Cita Cuevas" userId="fae3adf8-ed60-476c-8242-abed74898a84" providerId="ADAL" clId="{9CEF5D9D-ED2E-4BBF-802C-904CD32BD5C5}" dt="2024-06-11T15:10:10.166" v="834" actId="1076"/>
          <ac:spMkLst>
            <pc:docMk/>
            <pc:sldMk cId="3842597388" sldId="7818"/>
            <ac:spMk id="14" creationId="{1EF75C12-7692-3D13-A420-397170B06A92}"/>
          </ac:spMkLst>
        </pc:spChg>
        <pc:spChg chg="mod">
          <ac:chgData name="Duvan Danilo Cita Cuevas" userId="fae3adf8-ed60-476c-8242-abed74898a84" providerId="ADAL" clId="{9CEF5D9D-ED2E-4BBF-802C-904CD32BD5C5}" dt="2024-06-11T15:09:13.211" v="820" actId="108"/>
          <ac:spMkLst>
            <pc:docMk/>
            <pc:sldMk cId="3842597388" sldId="7818"/>
            <ac:spMk id="17" creationId="{D17FF748-A659-0C27-831B-07499D7E5C53}"/>
          </ac:spMkLst>
        </pc:spChg>
        <pc:spChg chg="add mod">
          <ac:chgData name="Duvan Danilo Cita Cuevas" userId="fae3adf8-ed60-476c-8242-abed74898a84" providerId="ADAL" clId="{9CEF5D9D-ED2E-4BBF-802C-904CD32BD5C5}" dt="2024-06-11T15:11:49.898" v="857" actId="1076"/>
          <ac:spMkLst>
            <pc:docMk/>
            <pc:sldMk cId="3842597388" sldId="7818"/>
            <ac:spMk id="20" creationId="{39AB48C4-C1DD-072C-E8ED-83C10397CB03}"/>
          </ac:spMkLst>
        </pc:spChg>
        <pc:spChg chg="add mod">
          <ac:chgData name="Duvan Danilo Cita Cuevas" userId="fae3adf8-ed60-476c-8242-abed74898a84" providerId="ADAL" clId="{9CEF5D9D-ED2E-4BBF-802C-904CD32BD5C5}" dt="2024-06-11T15:12:02.371" v="860" actId="1076"/>
          <ac:spMkLst>
            <pc:docMk/>
            <pc:sldMk cId="3842597388" sldId="7818"/>
            <ac:spMk id="22" creationId="{66AE6F0A-3BDE-71D8-DA0C-255A6E40D404}"/>
          </ac:spMkLst>
        </pc:spChg>
        <pc:spChg chg="add mod">
          <ac:chgData name="Duvan Danilo Cita Cuevas" userId="fae3adf8-ed60-476c-8242-abed74898a84" providerId="ADAL" clId="{9CEF5D9D-ED2E-4BBF-802C-904CD32BD5C5}" dt="2024-06-11T15:18:20.563" v="901" actId="14100"/>
          <ac:spMkLst>
            <pc:docMk/>
            <pc:sldMk cId="3842597388" sldId="7818"/>
            <ac:spMk id="26" creationId="{F036F92E-82D0-194C-3EA3-F6E4404AA80A}"/>
          </ac:spMkLst>
        </pc:spChg>
        <pc:spChg chg="add mod">
          <ac:chgData name="Duvan Danilo Cita Cuevas" userId="fae3adf8-ed60-476c-8242-abed74898a84" providerId="ADAL" clId="{9CEF5D9D-ED2E-4BBF-802C-904CD32BD5C5}" dt="2024-06-11T15:17:03.794" v="876" actId="1076"/>
          <ac:spMkLst>
            <pc:docMk/>
            <pc:sldMk cId="3842597388" sldId="7818"/>
            <ac:spMk id="27" creationId="{3F5A89E0-6F53-D7FC-C0E4-247D93E60B33}"/>
          </ac:spMkLst>
        </pc:spChg>
        <pc:spChg chg="add del mod">
          <ac:chgData name="Duvan Danilo Cita Cuevas" userId="fae3adf8-ed60-476c-8242-abed74898a84" providerId="ADAL" clId="{9CEF5D9D-ED2E-4BBF-802C-904CD32BD5C5}" dt="2024-06-11T15:17:28.016" v="890" actId="478"/>
          <ac:spMkLst>
            <pc:docMk/>
            <pc:sldMk cId="3842597388" sldId="7818"/>
            <ac:spMk id="28" creationId="{E8C03725-A024-52A8-AE62-4FD26E30EA29}"/>
          </ac:spMkLst>
        </pc:spChg>
        <pc:spChg chg="add del mod">
          <ac:chgData name="Duvan Danilo Cita Cuevas" userId="fae3adf8-ed60-476c-8242-abed74898a84" providerId="ADAL" clId="{9CEF5D9D-ED2E-4BBF-802C-904CD32BD5C5}" dt="2024-06-11T15:17:28.016" v="890" actId="478"/>
          <ac:spMkLst>
            <pc:docMk/>
            <pc:sldMk cId="3842597388" sldId="7818"/>
            <ac:spMk id="29" creationId="{764A301D-269C-6F99-F090-DEEBECF27738}"/>
          </ac:spMkLst>
        </pc:spChg>
        <pc:spChg chg="add mod">
          <ac:chgData name="Duvan Danilo Cita Cuevas" userId="fae3adf8-ed60-476c-8242-abed74898a84" providerId="ADAL" clId="{9CEF5D9D-ED2E-4BBF-802C-904CD32BD5C5}" dt="2024-06-11T15:18:14.438" v="898" actId="20577"/>
          <ac:spMkLst>
            <pc:docMk/>
            <pc:sldMk cId="3842597388" sldId="7818"/>
            <ac:spMk id="30" creationId="{58BE4ECE-CEDB-9D72-77CB-37C8F0F58D92}"/>
          </ac:spMkLst>
        </pc:spChg>
        <pc:spChg chg="add mod">
          <ac:chgData name="Duvan Danilo Cita Cuevas" userId="fae3adf8-ed60-476c-8242-abed74898a84" providerId="ADAL" clId="{9CEF5D9D-ED2E-4BBF-802C-904CD32BD5C5}" dt="2024-06-11T15:17:45.717" v="894" actId="1076"/>
          <ac:spMkLst>
            <pc:docMk/>
            <pc:sldMk cId="3842597388" sldId="7818"/>
            <ac:spMk id="31" creationId="{9F6FE8DF-D46A-8EAB-7CEA-160EABFA43BA}"/>
          </ac:spMkLst>
        </pc:spChg>
        <pc:spChg chg="add mod">
          <ac:chgData name="Duvan Danilo Cita Cuevas" userId="fae3adf8-ed60-476c-8242-abed74898a84" providerId="ADAL" clId="{9CEF5D9D-ED2E-4BBF-802C-904CD32BD5C5}" dt="2024-06-11T15:18:31.127" v="902"/>
          <ac:spMkLst>
            <pc:docMk/>
            <pc:sldMk cId="3842597388" sldId="7818"/>
            <ac:spMk id="32" creationId="{E79ECEBD-3D88-A601-5A02-B2B4F32B7617}"/>
          </ac:spMkLst>
        </pc:spChg>
        <pc:spChg chg="add mod">
          <ac:chgData name="Duvan Danilo Cita Cuevas" userId="fae3adf8-ed60-476c-8242-abed74898a84" providerId="ADAL" clId="{9CEF5D9D-ED2E-4BBF-802C-904CD32BD5C5}" dt="2024-06-11T15:18:31.127" v="902"/>
          <ac:spMkLst>
            <pc:docMk/>
            <pc:sldMk cId="3842597388" sldId="7818"/>
            <ac:spMk id="33" creationId="{9AC33088-3725-5519-6DCE-38AF6E4E376A}"/>
          </ac:spMkLst>
        </pc:spChg>
        <pc:spChg chg="add mod">
          <ac:chgData name="Duvan Danilo Cita Cuevas" userId="fae3adf8-ed60-476c-8242-abed74898a84" providerId="ADAL" clId="{9CEF5D9D-ED2E-4BBF-802C-904CD32BD5C5}" dt="2024-06-11T15:18:31.127" v="902"/>
          <ac:spMkLst>
            <pc:docMk/>
            <pc:sldMk cId="3842597388" sldId="7818"/>
            <ac:spMk id="34" creationId="{527CCC35-0C9D-86C2-DBDC-A90CE2D471F7}"/>
          </ac:spMkLst>
        </pc:spChg>
        <pc:spChg chg="add mod">
          <ac:chgData name="Duvan Danilo Cita Cuevas" userId="fae3adf8-ed60-476c-8242-abed74898a84" providerId="ADAL" clId="{9CEF5D9D-ED2E-4BBF-802C-904CD32BD5C5}" dt="2024-06-11T15:18:31.127" v="902"/>
          <ac:spMkLst>
            <pc:docMk/>
            <pc:sldMk cId="3842597388" sldId="7818"/>
            <ac:spMk id="35" creationId="{BD60363F-242F-4035-E4AE-E2D6FC42ED99}"/>
          </ac:spMkLst>
        </pc:spChg>
        <pc:spChg chg="add mod">
          <ac:chgData name="Duvan Danilo Cita Cuevas" userId="fae3adf8-ed60-476c-8242-abed74898a84" providerId="ADAL" clId="{9CEF5D9D-ED2E-4BBF-802C-904CD32BD5C5}" dt="2024-06-11T15:18:37.139" v="903"/>
          <ac:spMkLst>
            <pc:docMk/>
            <pc:sldMk cId="3842597388" sldId="7818"/>
            <ac:spMk id="36" creationId="{802180E7-854D-C932-2FB5-552FD6AE431D}"/>
          </ac:spMkLst>
        </pc:spChg>
        <pc:spChg chg="add mod">
          <ac:chgData name="Duvan Danilo Cita Cuevas" userId="fae3adf8-ed60-476c-8242-abed74898a84" providerId="ADAL" clId="{9CEF5D9D-ED2E-4BBF-802C-904CD32BD5C5}" dt="2024-06-11T15:18:54.891" v="907" actId="1076"/>
          <ac:spMkLst>
            <pc:docMk/>
            <pc:sldMk cId="3842597388" sldId="7818"/>
            <ac:spMk id="37" creationId="{E5EBF321-521A-23DE-55DB-EDB5E0CF843B}"/>
          </ac:spMkLst>
        </pc:spChg>
        <pc:spChg chg="add mod">
          <ac:chgData name="Duvan Danilo Cita Cuevas" userId="fae3adf8-ed60-476c-8242-abed74898a84" providerId="ADAL" clId="{9CEF5D9D-ED2E-4BBF-802C-904CD32BD5C5}" dt="2024-06-11T15:19:04.634" v="959" actId="1036"/>
          <ac:spMkLst>
            <pc:docMk/>
            <pc:sldMk cId="3842597388" sldId="7818"/>
            <ac:spMk id="38" creationId="{4F7DB000-F5F5-77FD-BB00-C9C1FD4D8D2F}"/>
          </ac:spMkLst>
        </pc:spChg>
        <pc:spChg chg="add mod">
          <ac:chgData name="Duvan Danilo Cita Cuevas" userId="fae3adf8-ed60-476c-8242-abed74898a84" providerId="ADAL" clId="{9CEF5D9D-ED2E-4BBF-802C-904CD32BD5C5}" dt="2024-06-11T15:21:58.122" v="986"/>
          <ac:spMkLst>
            <pc:docMk/>
            <pc:sldMk cId="3842597388" sldId="7818"/>
            <ac:spMk id="39" creationId="{52FBBAD3-4EF2-C3A8-FE66-6F1A84AFB08B}"/>
          </ac:spMkLst>
        </pc:spChg>
        <pc:graphicFrameChg chg="add mod">
          <ac:chgData name="Duvan Danilo Cita Cuevas" userId="fae3adf8-ed60-476c-8242-abed74898a84" providerId="ADAL" clId="{9CEF5D9D-ED2E-4BBF-802C-904CD32BD5C5}" dt="2024-06-11T15:08:42.811" v="810"/>
          <ac:graphicFrameMkLst>
            <pc:docMk/>
            <pc:sldMk cId="3842597388" sldId="7818"/>
            <ac:graphicFrameMk id="15" creationId="{E76B01DA-953D-A567-D008-25CBAEA79361}"/>
          </ac:graphicFrameMkLst>
        </pc:graphicFrameChg>
        <pc:picChg chg="mod">
          <ac:chgData name="Duvan Danilo Cita Cuevas" userId="fae3adf8-ed60-476c-8242-abed74898a84" providerId="ADAL" clId="{9CEF5D9D-ED2E-4BBF-802C-904CD32BD5C5}" dt="2024-06-11T15:07:35.777" v="801" actId="14100"/>
          <ac:picMkLst>
            <pc:docMk/>
            <pc:sldMk cId="3842597388" sldId="7818"/>
            <ac:picMk id="4" creationId="{0237BCC5-E9FE-A69C-B282-9C539A8D45F0}"/>
          </ac:picMkLst>
        </pc:picChg>
        <pc:picChg chg="del mod">
          <ac:chgData name="Duvan Danilo Cita Cuevas" userId="fae3adf8-ed60-476c-8242-abed74898a84" providerId="ADAL" clId="{9CEF5D9D-ED2E-4BBF-802C-904CD32BD5C5}" dt="2024-06-11T15:08:06.875" v="807" actId="478"/>
          <ac:picMkLst>
            <pc:docMk/>
            <pc:sldMk cId="3842597388" sldId="7818"/>
            <ac:picMk id="5" creationId="{97C39D3A-5BC5-12A6-C244-8E03A41C95B4}"/>
          </ac:picMkLst>
        </pc:picChg>
        <pc:picChg chg="del mod">
          <ac:chgData name="Duvan Danilo Cita Cuevas" userId="fae3adf8-ed60-476c-8242-abed74898a84" providerId="ADAL" clId="{9CEF5D9D-ED2E-4BBF-802C-904CD32BD5C5}" dt="2024-06-11T15:09:26.323" v="822" actId="478"/>
          <ac:picMkLst>
            <pc:docMk/>
            <pc:sldMk cId="3842597388" sldId="7818"/>
            <ac:picMk id="6" creationId="{CF366300-E413-73C7-DEC6-55D9F5E12DC9}"/>
          </ac:picMkLst>
        </pc:picChg>
        <pc:picChg chg="del">
          <ac:chgData name="Duvan Danilo Cita Cuevas" userId="fae3adf8-ed60-476c-8242-abed74898a84" providerId="ADAL" clId="{9CEF5D9D-ED2E-4BBF-802C-904CD32BD5C5}" dt="2024-06-11T15:07:39.144" v="802" actId="478"/>
          <ac:picMkLst>
            <pc:docMk/>
            <pc:sldMk cId="3842597388" sldId="7818"/>
            <ac:picMk id="7" creationId="{11869457-F3BC-6B15-2D1A-77DCE8C06B97}"/>
          </ac:picMkLst>
        </pc:picChg>
        <pc:picChg chg="del">
          <ac:chgData name="Duvan Danilo Cita Cuevas" userId="fae3adf8-ed60-476c-8242-abed74898a84" providerId="ADAL" clId="{9CEF5D9D-ED2E-4BBF-802C-904CD32BD5C5}" dt="2024-06-11T15:07:26.603" v="799" actId="478"/>
          <ac:picMkLst>
            <pc:docMk/>
            <pc:sldMk cId="3842597388" sldId="7818"/>
            <ac:picMk id="8" creationId="{9F6463C7-19C0-21DD-F5D3-26D20A26FEE8}"/>
          </ac:picMkLst>
        </pc:picChg>
        <pc:picChg chg="del">
          <ac:chgData name="Duvan Danilo Cita Cuevas" userId="fae3adf8-ed60-476c-8242-abed74898a84" providerId="ADAL" clId="{9CEF5D9D-ED2E-4BBF-802C-904CD32BD5C5}" dt="2024-06-11T15:07:53.909" v="806" actId="478"/>
          <ac:picMkLst>
            <pc:docMk/>
            <pc:sldMk cId="3842597388" sldId="7818"/>
            <ac:picMk id="10" creationId="{91AA3193-4643-F15A-EFF1-94A2EE7DABD1}"/>
          </ac:picMkLst>
        </pc:picChg>
        <pc:picChg chg="mod">
          <ac:chgData name="Duvan Danilo Cita Cuevas" userId="fae3adf8-ed60-476c-8242-abed74898a84" providerId="ADAL" clId="{9CEF5D9D-ED2E-4BBF-802C-904CD32BD5C5}" dt="2024-06-11T15:10:14.841" v="835" actId="1076"/>
          <ac:picMkLst>
            <pc:docMk/>
            <pc:sldMk cId="3842597388" sldId="7818"/>
            <ac:picMk id="11" creationId="{07628EDC-DEAB-45DE-C091-C57C280D4C33}"/>
          </ac:picMkLst>
        </pc:picChg>
        <pc:picChg chg="del mod">
          <ac:chgData name="Duvan Danilo Cita Cuevas" userId="fae3adf8-ed60-476c-8242-abed74898a84" providerId="ADAL" clId="{9CEF5D9D-ED2E-4BBF-802C-904CD32BD5C5}" dt="2024-06-11T15:08:50.671" v="813" actId="478"/>
          <ac:picMkLst>
            <pc:docMk/>
            <pc:sldMk cId="3842597388" sldId="7818"/>
            <ac:picMk id="12" creationId="{EE6EF7C3-A2B9-99BC-B72C-2564304DD145}"/>
          </ac:picMkLst>
        </pc:picChg>
        <pc:picChg chg="del mod">
          <ac:chgData name="Duvan Danilo Cita Cuevas" userId="fae3adf8-ed60-476c-8242-abed74898a84" providerId="ADAL" clId="{9CEF5D9D-ED2E-4BBF-802C-904CD32BD5C5}" dt="2024-06-11T15:11:11.621" v="842" actId="478"/>
          <ac:picMkLst>
            <pc:docMk/>
            <pc:sldMk cId="3842597388" sldId="7818"/>
            <ac:picMk id="16" creationId="{224865DD-33AF-C279-E029-DDB6D43262AD}"/>
          </ac:picMkLst>
        </pc:picChg>
        <pc:picChg chg="del mod">
          <ac:chgData name="Duvan Danilo Cita Cuevas" userId="fae3adf8-ed60-476c-8242-abed74898a84" providerId="ADAL" clId="{9CEF5D9D-ED2E-4BBF-802C-904CD32BD5C5}" dt="2024-06-11T15:09:36.773" v="825" actId="478"/>
          <ac:picMkLst>
            <pc:docMk/>
            <pc:sldMk cId="3842597388" sldId="7818"/>
            <ac:picMk id="18" creationId="{1BEF4FE9-FB25-4550-497F-2FF4C9062AD8}"/>
          </ac:picMkLst>
        </pc:picChg>
        <pc:picChg chg="mod">
          <ac:chgData name="Duvan Danilo Cita Cuevas" userId="fae3adf8-ed60-476c-8242-abed74898a84" providerId="ADAL" clId="{9CEF5D9D-ED2E-4BBF-802C-904CD32BD5C5}" dt="2024-06-11T15:10:10.166" v="834" actId="1076"/>
          <ac:picMkLst>
            <pc:docMk/>
            <pc:sldMk cId="3842597388" sldId="7818"/>
            <ac:picMk id="19" creationId="{0F282ECE-5561-DD88-84A6-432FA77815EF}"/>
          </ac:picMkLst>
        </pc:picChg>
        <pc:picChg chg="add del mod">
          <ac:chgData name="Duvan Danilo Cita Cuevas" userId="fae3adf8-ed60-476c-8242-abed74898a84" providerId="ADAL" clId="{9CEF5D9D-ED2E-4BBF-802C-904CD32BD5C5}" dt="2024-06-11T15:12:28.743" v="861" actId="478"/>
          <ac:picMkLst>
            <pc:docMk/>
            <pc:sldMk cId="3842597388" sldId="7818"/>
            <ac:picMk id="23" creationId="{4E6CBCA7-6A4E-BC54-2506-15CAFC177AE3}"/>
          </ac:picMkLst>
        </pc:picChg>
        <pc:picChg chg="mod">
          <ac:chgData name="Duvan Danilo Cita Cuevas" userId="fae3adf8-ed60-476c-8242-abed74898a84" providerId="ADAL" clId="{9CEF5D9D-ED2E-4BBF-802C-904CD32BD5C5}" dt="2024-06-11T15:17:39.056" v="892" actId="1076"/>
          <ac:picMkLst>
            <pc:docMk/>
            <pc:sldMk cId="3842597388" sldId="7818"/>
            <ac:picMk id="25" creationId="{BFF3C4AE-A40F-BF78-5B4A-786FFDACC6E7}"/>
          </ac:picMkLst>
        </pc:picChg>
        <pc:cxnChg chg="add mod">
          <ac:chgData name="Duvan Danilo Cita Cuevas" userId="fae3adf8-ed60-476c-8242-abed74898a84" providerId="ADAL" clId="{9CEF5D9D-ED2E-4BBF-802C-904CD32BD5C5}" dt="2024-06-11T15:11:59.571" v="859" actId="1076"/>
          <ac:cxnSpMkLst>
            <pc:docMk/>
            <pc:sldMk cId="3842597388" sldId="7818"/>
            <ac:cxnSpMk id="21" creationId="{E88939EE-5752-1131-DAB5-01632C0622CE}"/>
          </ac:cxnSpMkLst>
        </pc:cxnChg>
      </pc:sldChg>
      <pc:sldChg chg="delSp modSp mod">
        <pc:chgData name="Duvan Danilo Cita Cuevas" userId="fae3adf8-ed60-476c-8242-abed74898a84" providerId="ADAL" clId="{9CEF5D9D-ED2E-4BBF-802C-904CD32BD5C5}" dt="2024-06-11T19:58:56.557" v="1752" actId="403"/>
        <pc:sldMkLst>
          <pc:docMk/>
          <pc:sldMk cId="1227836572" sldId="7819"/>
        </pc:sldMkLst>
        <pc:spChg chg="mod">
          <ac:chgData name="Duvan Danilo Cita Cuevas" userId="fae3adf8-ed60-476c-8242-abed74898a84" providerId="ADAL" clId="{9CEF5D9D-ED2E-4BBF-802C-904CD32BD5C5}" dt="2024-06-11T15:20:04.260" v="971" actId="20577"/>
          <ac:spMkLst>
            <pc:docMk/>
            <pc:sldMk cId="1227836572" sldId="7819"/>
            <ac:spMk id="2" creationId="{00000000-0000-0000-0000-000000000000}"/>
          </ac:spMkLst>
        </pc:spChg>
        <pc:spChg chg="del">
          <ac:chgData name="Duvan Danilo Cita Cuevas" userId="fae3adf8-ed60-476c-8242-abed74898a84" providerId="ADAL" clId="{9CEF5D9D-ED2E-4BBF-802C-904CD32BD5C5}" dt="2024-06-11T15:21:03.431" v="977" actId="478"/>
          <ac:spMkLst>
            <pc:docMk/>
            <pc:sldMk cId="1227836572" sldId="7819"/>
            <ac:spMk id="3" creationId="{14FFE073-D98B-423F-ACBF-364DE9235E8E}"/>
          </ac:spMkLst>
        </pc:spChg>
        <pc:graphicFrameChg chg="mod">
          <ac:chgData name="Duvan Danilo Cita Cuevas" userId="fae3adf8-ed60-476c-8242-abed74898a84" providerId="ADAL" clId="{9CEF5D9D-ED2E-4BBF-802C-904CD32BD5C5}" dt="2024-06-11T19:58:56.557" v="1752" actId="403"/>
          <ac:graphicFrameMkLst>
            <pc:docMk/>
            <pc:sldMk cId="1227836572" sldId="7819"/>
            <ac:graphicFrameMk id="9" creationId="{53E99235-B823-D728-9F65-B0089A4764A2}"/>
          </ac:graphicFrameMkLst>
        </pc:graphicFrameChg>
      </pc:sldChg>
      <pc:sldChg chg="del">
        <pc:chgData name="Duvan Danilo Cita Cuevas" userId="fae3adf8-ed60-476c-8242-abed74898a84" providerId="ADAL" clId="{9CEF5D9D-ED2E-4BBF-802C-904CD32BD5C5}" dt="2024-06-11T14:56:23.141" v="641" actId="47"/>
        <pc:sldMkLst>
          <pc:docMk/>
          <pc:sldMk cId="1943683737" sldId="7820"/>
        </pc:sldMkLst>
      </pc:sldChg>
      <pc:sldChg chg="addSp delSp modSp mod">
        <pc:chgData name="Duvan Danilo Cita Cuevas" userId="fae3adf8-ed60-476c-8242-abed74898a84" providerId="ADAL" clId="{9CEF5D9D-ED2E-4BBF-802C-904CD32BD5C5}" dt="2024-06-13T13:53:34.769" v="1920" actId="1076"/>
        <pc:sldMkLst>
          <pc:docMk/>
          <pc:sldMk cId="1481266551" sldId="7821"/>
        </pc:sldMkLst>
        <pc:spChg chg="mod">
          <ac:chgData name="Duvan Danilo Cita Cuevas" userId="fae3adf8-ed60-476c-8242-abed74898a84" providerId="ADAL" clId="{9CEF5D9D-ED2E-4BBF-802C-904CD32BD5C5}" dt="2024-06-11T16:48:19.195" v="1701" actId="20577"/>
          <ac:spMkLst>
            <pc:docMk/>
            <pc:sldMk cId="1481266551" sldId="7821"/>
            <ac:spMk id="2" creationId="{00000000-0000-0000-0000-000000000000}"/>
          </ac:spMkLst>
        </pc:spChg>
        <pc:spChg chg="mod">
          <ac:chgData name="Duvan Danilo Cita Cuevas" userId="fae3adf8-ed60-476c-8242-abed74898a84" providerId="ADAL" clId="{9CEF5D9D-ED2E-4BBF-802C-904CD32BD5C5}" dt="2024-06-11T15:21:43.258" v="983" actId="207"/>
          <ac:spMkLst>
            <pc:docMk/>
            <pc:sldMk cId="1481266551" sldId="7821"/>
            <ac:spMk id="3" creationId="{14FFE073-D98B-423F-ACBF-364DE9235E8E}"/>
          </ac:spMkLst>
        </pc:spChg>
        <pc:spChg chg="add mod">
          <ac:chgData name="Duvan Danilo Cita Cuevas" userId="fae3adf8-ed60-476c-8242-abed74898a84" providerId="ADAL" clId="{9CEF5D9D-ED2E-4BBF-802C-904CD32BD5C5}" dt="2024-06-13T13:53:21.399" v="1918" actId="14100"/>
          <ac:spMkLst>
            <pc:docMk/>
            <pc:sldMk cId="1481266551" sldId="7821"/>
            <ac:spMk id="4" creationId="{BDBE1FCC-65C3-C9D6-B373-E4E0EDD6C2F5}"/>
          </ac:spMkLst>
        </pc:spChg>
        <pc:spChg chg="add mod">
          <ac:chgData name="Duvan Danilo Cita Cuevas" userId="fae3adf8-ed60-476c-8242-abed74898a84" providerId="ADAL" clId="{9CEF5D9D-ED2E-4BBF-802C-904CD32BD5C5}" dt="2024-06-11T19:18:15.759" v="1745" actId="33524"/>
          <ac:spMkLst>
            <pc:docMk/>
            <pc:sldMk cId="1481266551" sldId="7821"/>
            <ac:spMk id="6" creationId="{664D5183-3AD6-54D0-E44A-A55D78037F3E}"/>
          </ac:spMkLst>
        </pc:spChg>
        <pc:spChg chg="add mod">
          <ac:chgData name="Duvan Danilo Cita Cuevas" userId="fae3adf8-ed60-476c-8242-abed74898a84" providerId="ADAL" clId="{9CEF5D9D-ED2E-4BBF-802C-904CD32BD5C5}" dt="2024-06-13T13:53:34.769" v="1920" actId="1076"/>
          <ac:spMkLst>
            <pc:docMk/>
            <pc:sldMk cId="1481266551" sldId="7821"/>
            <ac:spMk id="7" creationId="{8A2849D3-C337-DE97-77ED-49394880884A}"/>
          </ac:spMkLst>
        </pc:spChg>
        <pc:spChg chg="add del mod">
          <ac:chgData name="Duvan Danilo Cita Cuevas" userId="fae3adf8-ed60-476c-8242-abed74898a84" providerId="ADAL" clId="{9CEF5D9D-ED2E-4BBF-802C-904CD32BD5C5}" dt="2024-06-11T14:19:44.631" v="90" actId="478"/>
          <ac:spMkLst>
            <pc:docMk/>
            <pc:sldMk cId="1481266551" sldId="7821"/>
            <ac:spMk id="7" creationId="{DB0A946E-A34A-524E-D590-E93E2B21CC51}"/>
          </ac:spMkLst>
        </pc:spChg>
        <pc:spChg chg="mod">
          <ac:chgData name="Duvan Danilo Cita Cuevas" userId="fae3adf8-ed60-476c-8242-abed74898a84" providerId="ADAL" clId="{9CEF5D9D-ED2E-4BBF-802C-904CD32BD5C5}" dt="2024-06-11T14:43:20.249" v="425" actId="1036"/>
          <ac:spMkLst>
            <pc:docMk/>
            <pc:sldMk cId="1481266551" sldId="7821"/>
            <ac:spMk id="17" creationId="{AAA406D5-50B9-013B-5504-7F4E5FE3B697}"/>
          </ac:spMkLst>
        </pc:spChg>
        <pc:spChg chg="mod">
          <ac:chgData name="Duvan Danilo Cita Cuevas" userId="fae3adf8-ed60-476c-8242-abed74898a84" providerId="ADAL" clId="{9CEF5D9D-ED2E-4BBF-802C-904CD32BD5C5}" dt="2024-06-11T14:43:24.045" v="432" actId="1036"/>
          <ac:spMkLst>
            <pc:docMk/>
            <pc:sldMk cId="1481266551" sldId="7821"/>
            <ac:spMk id="18" creationId="{A4813C29-C8A7-F804-A93A-5B0D4AAED2B0}"/>
          </ac:spMkLst>
        </pc:spChg>
        <pc:graphicFrameChg chg="add mod">
          <ac:chgData name="Duvan Danilo Cita Cuevas" userId="fae3adf8-ed60-476c-8242-abed74898a84" providerId="ADAL" clId="{9CEF5D9D-ED2E-4BBF-802C-904CD32BD5C5}" dt="2024-06-11T14:41:44.124" v="412"/>
          <ac:graphicFrameMkLst>
            <pc:docMk/>
            <pc:sldMk cId="1481266551" sldId="7821"/>
            <ac:graphicFrameMk id="8" creationId="{D9097B67-25DE-9901-959C-29F3D9ED214E}"/>
          </ac:graphicFrameMkLst>
        </pc:graphicFrameChg>
        <pc:graphicFrameChg chg="add mod">
          <ac:chgData name="Duvan Danilo Cita Cuevas" userId="fae3adf8-ed60-476c-8242-abed74898a84" providerId="ADAL" clId="{9CEF5D9D-ED2E-4BBF-802C-904CD32BD5C5}" dt="2024-06-11T14:42:35.038" v="416"/>
          <ac:graphicFrameMkLst>
            <pc:docMk/>
            <pc:sldMk cId="1481266551" sldId="7821"/>
            <ac:graphicFrameMk id="10" creationId="{AD5A180D-67E5-2BC3-D453-69AF87DB9EA6}"/>
          </ac:graphicFrameMkLst>
        </pc:graphicFrameChg>
        <pc:picChg chg="del mod">
          <ac:chgData name="Duvan Danilo Cita Cuevas" userId="fae3adf8-ed60-476c-8242-abed74898a84" providerId="ADAL" clId="{9CEF5D9D-ED2E-4BBF-802C-904CD32BD5C5}" dt="2024-06-11T14:43:00.217" v="418" actId="478"/>
          <ac:picMkLst>
            <pc:docMk/>
            <pc:sldMk cId="1481266551" sldId="7821"/>
            <ac:picMk id="9" creationId="{D315173E-723B-E5CC-C563-184BDC01C46F}"/>
          </ac:picMkLst>
        </pc:picChg>
        <pc:picChg chg="mod">
          <ac:chgData name="Duvan Danilo Cita Cuevas" userId="fae3adf8-ed60-476c-8242-abed74898a84" providerId="ADAL" clId="{9CEF5D9D-ED2E-4BBF-802C-904CD32BD5C5}" dt="2024-06-11T14:43:20.249" v="425" actId="1036"/>
          <ac:picMkLst>
            <pc:docMk/>
            <pc:sldMk cId="1481266551" sldId="7821"/>
            <ac:picMk id="11" creationId="{D0A86518-8B07-8070-6F5D-1A3535042447}"/>
          </ac:picMkLst>
        </pc:picChg>
        <pc:picChg chg="mod">
          <ac:chgData name="Duvan Danilo Cita Cuevas" userId="fae3adf8-ed60-476c-8242-abed74898a84" providerId="ADAL" clId="{9CEF5D9D-ED2E-4BBF-802C-904CD32BD5C5}" dt="2024-06-11T14:43:20.249" v="425" actId="1036"/>
          <ac:picMkLst>
            <pc:docMk/>
            <pc:sldMk cId="1481266551" sldId="7821"/>
            <ac:picMk id="12" creationId="{6C54926A-EB41-69AB-A189-F516F1D4FCAC}"/>
          </ac:picMkLst>
        </pc:picChg>
        <pc:picChg chg="del mod">
          <ac:chgData name="Duvan Danilo Cita Cuevas" userId="fae3adf8-ed60-476c-8242-abed74898a84" providerId="ADAL" clId="{9CEF5D9D-ED2E-4BBF-802C-904CD32BD5C5}" dt="2024-06-11T14:42:33.983" v="415" actId="478"/>
          <ac:picMkLst>
            <pc:docMk/>
            <pc:sldMk cId="1481266551" sldId="7821"/>
            <ac:picMk id="14" creationId="{506739C5-89A9-2A1F-4F4F-4243195CA4FA}"/>
          </ac:picMkLst>
        </pc:picChg>
        <pc:picChg chg="del mod">
          <ac:chgData name="Duvan Danilo Cita Cuevas" userId="fae3adf8-ed60-476c-8242-abed74898a84" providerId="ADAL" clId="{9CEF5D9D-ED2E-4BBF-802C-904CD32BD5C5}" dt="2024-06-11T14:41:43.104" v="411" actId="478"/>
          <ac:picMkLst>
            <pc:docMk/>
            <pc:sldMk cId="1481266551" sldId="7821"/>
            <ac:picMk id="16" creationId="{973C595C-12F3-2F36-A24F-28316F3B8D1D}"/>
          </ac:picMkLst>
        </pc:picChg>
        <pc:cxnChg chg="add">
          <ac:chgData name="Duvan Danilo Cita Cuevas" userId="fae3adf8-ed60-476c-8242-abed74898a84" providerId="ADAL" clId="{9CEF5D9D-ED2E-4BBF-802C-904CD32BD5C5}" dt="2024-06-11T14:16:11.213" v="70" actId="11529"/>
          <ac:cxnSpMkLst>
            <pc:docMk/>
            <pc:sldMk cId="1481266551" sldId="7821"/>
            <ac:cxnSpMk id="5" creationId="{EA536BFE-0F71-C65C-35A8-823D384B654F}"/>
          </ac:cxnSpMkLst>
        </pc:cxnChg>
      </pc:sldChg>
      <pc:sldChg chg="addSp delSp modSp mod">
        <pc:chgData name="Duvan Danilo Cita Cuevas" userId="fae3adf8-ed60-476c-8242-abed74898a84" providerId="ADAL" clId="{9CEF5D9D-ED2E-4BBF-802C-904CD32BD5C5}" dt="2024-06-13T13:51:49.779" v="1903" actId="14100"/>
        <pc:sldMkLst>
          <pc:docMk/>
          <pc:sldMk cId="128562398" sldId="7822"/>
        </pc:sldMkLst>
        <pc:spChg chg="mod">
          <ac:chgData name="Duvan Danilo Cita Cuevas" userId="fae3adf8-ed60-476c-8242-abed74898a84" providerId="ADAL" clId="{9CEF5D9D-ED2E-4BBF-802C-904CD32BD5C5}" dt="2024-06-11T15:53:35.130" v="1347" actId="14100"/>
          <ac:spMkLst>
            <pc:docMk/>
            <pc:sldMk cId="128562398" sldId="7822"/>
            <ac:spMk id="3" creationId="{06CB9F29-8B79-C640-724E-67CC4F6F4F7F}"/>
          </ac:spMkLst>
        </pc:spChg>
        <pc:spChg chg="mod">
          <ac:chgData name="Duvan Danilo Cita Cuevas" userId="fae3adf8-ed60-476c-8242-abed74898a84" providerId="ADAL" clId="{9CEF5D9D-ED2E-4BBF-802C-904CD32BD5C5}" dt="2024-06-11T15:58:25.401" v="1510" actId="2711"/>
          <ac:spMkLst>
            <pc:docMk/>
            <pc:sldMk cId="128562398" sldId="7822"/>
            <ac:spMk id="4" creationId="{42D0AF2A-96D4-4AE1-A427-DF4207EF373F}"/>
          </ac:spMkLst>
        </pc:spChg>
        <pc:spChg chg="mod">
          <ac:chgData name="Duvan Danilo Cita Cuevas" userId="fae3adf8-ed60-476c-8242-abed74898a84" providerId="ADAL" clId="{9CEF5D9D-ED2E-4BBF-802C-904CD32BD5C5}" dt="2024-06-11T15:53:31.974" v="1346" actId="14100"/>
          <ac:spMkLst>
            <pc:docMk/>
            <pc:sldMk cId="128562398" sldId="7822"/>
            <ac:spMk id="5" creationId="{FE31E97A-DAED-3350-D517-2A50EBC4F2D1}"/>
          </ac:spMkLst>
        </pc:spChg>
        <pc:spChg chg="mod">
          <ac:chgData name="Duvan Danilo Cita Cuevas" userId="fae3adf8-ed60-476c-8242-abed74898a84" providerId="ADAL" clId="{9CEF5D9D-ED2E-4BBF-802C-904CD32BD5C5}" dt="2024-06-11T15:53:31.974" v="1346" actId="14100"/>
          <ac:spMkLst>
            <pc:docMk/>
            <pc:sldMk cId="128562398" sldId="7822"/>
            <ac:spMk id="6" creationId="{405A048A-1E2B-99E1-2006-6154222FF5EE}"/>
          </ac:spMkLst>
        </pc:spChg>
        <pc:spChg chg="mod">
          <ac:chgData name="Duvan Danilo Cita Cuevas" userId="fae3adf8-ed60-476c-8242-abed74898a84" providerId="ADAL" clId="{9CEF5D9D-ED2E-4BBF-802C-904CD32BD5C5}" dt="2024-06-11T15:53:12.598" v="1324" actId="1076"/>
          <ac:spMkLst>
            <pc:docMk/>
            <pc:sldMk cId="128562398" sldId="7822"/>
            <ac:spMk id="7" creationId="{8DD15491-6C4A-5EF4-6108-6F5EF13828FA}"/>
          </ac:spMkLst>
        </pc:spChg>
        <pc:spChg chg="mod">
          <ac:chgData name="Duvan Danilo Cita Cuevas" userId="fae3adf8-ed60-476c-8242-abed74898a84" providerId="ADAL" clId="{9CEF5D9D-ED2E-4BBF-802C-904CD32BD5C5}" dt="2024-06-11T15:54:06.786" v="1355" actId="14100"/>
          <ac:spMkLst>
            <pc:docMk/>
            <pc:sldMk cId="128562398" sldId="7822"/>
            <ac:spMk id="8" creationId="{21D1116E-D37A-E7C8-0639-49B1FB6FB807}"/>
          </ac:spMkLst>
        </pc:spChg>
        <pc:spChg chg="mod">
          <ac:chgData name="Duvan Danilo Cita Cuevas" userId="fae3adf8-ed60-476c-8242-abed74898a84" providerId="ADAL" clId="{9CEF5D9D-ED2E-4BBF-802C-904CD32BD5C5}" dt="2024-06-11T15:58:25.401" v="1510" actId="2711"/>
          <ac:spMkLst>
            <pc:docMk/>
            <pc:sldMk cId="128562398" sldId="7822"/>
            <ac:spMk id="9" creationId="{CC7A4B18-6DA7-43C8-E26E-E41A557198EF}"/>
          </ac:spMkLst>
        </pc:spChg>
        <pc:spChg chg="mod">
          <ac:chgData name="Duvan Danilo Cita Cuevas" userId="fae3adf8-ed60-476c-8242-abed74898a84" providerId="ADAL" clId="{9CEF5D9D-ED2E-4BBF-802C-904CD32BD5C5}" dt="2024-06-11T15:53:18.935" v="1341" actId="1037"/>
          <ac:spMkLst>
            <pc:docMk/>
            <pc:sldMk cId="128562398" sldId="7822"/>
            <ac:spMk id="10" creationId="{5D842EB2-2B6E-15C6-07A0-4C8D49B098A3}"/>
          </ac:spMkLst>
        </pc:spChg>
        <pc:spChg chg="add mod">
          <ac:chgData name="Duvan Danilo Cita Cuevas" userId="fae3adf8-ed60-476c-8242-abed74898a84" providerId="ADAL" clId="{9CEF5D9D-ED2E-4BBF-802C-904CD32BD5C5}" dt="2024-06-13T13:48:52.202" v="1873" actId="1076"/>
          <ac:spMkLst>
            <pc:docMk/>
            <pc:sldMk cId="128562398" sldId="7822"/>
            <ac:spMk id="11" creationId="{00C5E636-AEAC-35BD-ADA1-6E1D3C3D3F7B}"/>
          </ac:spMkLst>
        </pc:spChg>
        <pc:spChg chg="mod">
          <ac:chgData name="Duvan Danilo Cita Cuevas" userId="fae3adf8-ed60-476c-8242-abed74898a84" providerId="ADAL" clId="{9CEF5D9D-ED2E-4BBF-802C-904CD32BD5C5}" dt="2024-06-11T15:53:12.598" v="1324" actId="1076"/>
          <ac:spMkLst>
            <pc:docMk/>
            <pc:sldMk cId="128562398" sldId="7822"/>
            <ac:spMk id="12" creationId="{210F268B-7A8D-3F86-809A-C74EA06B7EA3}"/>
          </ac:spMkLst>
        </pc:spChg>
        <pc:spChg chg="mod">
          <ac:chgData name="Duvan Danilo Cita Cuevas" userId="fae3adf8-ed60-476c-8242-abed74898a84" providerId="ADAL" clId="{9CEF5D9D-ED2E-4BBF-802C-904CD32BD5C5}" dt="2024-06-11T15:53:12.598" v="1324" actId="1076"/>
          <ac:spMkLst>
            <pc:docMk/>
            <pc:sldMk cId="128562398" sldId="7822"/>
            <ac:spMk id="13" creationId="{A5082104-2028-6221-1A6D-606F1BDCD19E}"/>
          </ac:spMkLst>
        </pc:spChg>
        <pc:spChg chg="add del mod">
          <ac:chgData name="Duvan Danilo Cita Cuevas" userId="fae3adf8-ed60-476c-8242-abed74898a84" providerId="ADAL" clId="{9CEF5D9D-ED2E-4BBF-802C-904CD32BD5C5}" dt="2024-06-11T16:07:36.074" v="1632" actId="478"/>
          <ac:spMkLst>
            <pc:docMk/>
            <pc:sldMk cId="128562398" sldId="7822"/>
            <ac:spMk id="14" creationId="{C9335E70-D6A0-8921-925D-4DC5AB335C92}"/>
          </ac:spMkLst>
        </pc:spChg>
        <pc:spChg chg="add mod">
          <ac:chgData name="Duvan Danilo Cita Cuevas" userId="fae3adf8-ed60-476c-8242-abed74898a84" providerId="ADAL" clId="{9CEF5D9D-ED2E-4BBF-802C-904CD32BD5C5}" dt="2024-06-13T13:48:52.202" v="1873" actId="1076"/>
          <ac:spMkLst>
            <pc:docMk/>
            <pc:sldMk cId="128562398" sldId="7822"/>
            <ac:spMk id="14" creationId="{FCD5D747-7990-08D7-2B29-580903E554D8}"/>
          </ac:spMkLst>
        </pc:spChg>
        <pc:spChg chg="add mod">
          <ac:chgData name="Duvan Danilo Cita Cuevas" userId="fae3adf8-ed60-476c-8242-abed74898a84" providerId="ADAL" clId="{9CEF5D9D-ED2E-4BBF-802C-904CD32BD5C5}" dt="2024-06-13T13:51:05.537" v="1891" actId="14100"/>
          <ac:spMkLst>
            <pc:docMk/>
            <pc:sldMk cId="128562398" sldId="7822"/>
            <ac:spMk id="15" creationId="{096DADCE-8CAF-294A-13B5-B208E9D537AA}"/>
          </ac:spMkLst>
        </pc:spChg>
        <pc:spChg chg="mod">
          <ac:chgData name="Duvan Danilo Cita Cuevas" userId="fae3adf8-ed60-476c-8242-abed74898a84" providerId="ADAL" clId="{9CEF5D9D-ED2E-4BBF-802C-904CD32BD5C5}" dt="2024-06-11T15:53:48.004" v="1351" actId="1076"/>
          <ac:spMkLst>
            <pc:docMk/>
            <pc:sldMk cId="128562398" sldId="7822"/>
            <ac:spMk id="16" creationId="{71381F2C-D18D-6D6F-6D44-6EB1C04AC329}"/>
          </ac:spMkLst>
        </pc:spChg>
        <pc:spChg chg="mod">
          <ac:chgData name="Duvan Danilo Cita Cuevas" userId="fae3adf8-ed60-476c-8242-abed74898a84" providerId="ADAL" clId="{9CEF5D9D-ED2E-4BBF-802C-904CD32BD5C5}" dt="2024-06-11T15:53:45.731" v="1350" actId="1076"/>
          <ac:spMkLst>
            <pc:docMk/>
            <pc:sldMk cId="128562398" sldId="7822"/>
            <ac:spMk id="17" creationId="{4C26108A-FC09-02DA-0E4D-97B42B4A032B}"/>
          </ac:spMkLst>
        </pc:spChg>
        <pc:spChg chg="mod">
          <ac:chgData name="Duvan Danilo Cita Cuevas" userId="fae3adf8-ed60-476c-8242-abed74898a84" providerId="ADAL" clId="{9CEF5D9D-ED2E-4BBF-802C-904CD32BD5C5}" dt="2024-06-11T15:53:12.598" v="1324" actId="1076"/>
          <ac:spMkLst>
            <pc:docMk/>
            <pc:sldMk cId="128562398" sldId="7822"/>
            <ac:spMk id="18" creationId="{D14982D2-3F0B-90B0-20B0-3FBBA0924D25}"/>
          </ac:spMkLst>
        </pc:spChg>
        <pc:spChg chg="mod">
          <ac:chgData name="Duvan Danilo Cita Cuevas" userId="fae3adf8-ed60-476c-8242-abed74898a84" providerId="ADAL" clId="{9CEF5D9D-ED2E-4BBF-802C-904CD32BD5C5}" dt="2024-06-11T15:53:12.598" v="1324" actId="1076"/>
          <ac:spMkLst>
            <pc:docMk/>
            <pc:sldMk cId="128562398" sldId="7822"/>
            <ac:spMk id="19" creationId="{7E34B2FA-7462-C876-AE0E-FF249D0E31B0}"/>
          </ac:spMkLst>
        </pc:spChg>
        <pc:spChg chg="add mod">
          <ac:chgData name="Duvan Danilo Cita Cuevas" userId="fae3adf8-ed60-476c-8242-abed74898a84" providerId="ADAL" clId="{9CEF5D9D-ED2E-4BBF-802C-904CD32BD5C5}" dt="2024-06-13T13:48:52.202" v="1873" actId="1076"/>
          <ac:spMkLst>
            <pc:docMk/>
            <pc:sldMk cId="128562398" sldId="7822"/>
            <ac:spMk id="20" creationId="{B5FAABFF-15C1-3C15-8F55-A5DF10D606A2}"/>
          </ac:spMkLst>
        </pc:spChg>
        <pc:spChg chg="mod">
          <ac:chgData name="Duvan Danilo Cita Cuevas" userId="fae3adf8-ed60-476c-8242-abed74898a84" providerId="ADAL" clId="{9CEF5D9D-ED2E-4BBF-802C-904CD32BD5C5}" dt="2024-06-11T15:53:12.598" v="1324" actId="1076"/>
          <ac:spMkLst>
            <pc:docMk/>
            <pc:sldMk cId="128562398" sldId="7822"/>
            <ac:spMk id="21" creationId="{A3520336-155E-421B-7F4F-702562D2C68E}"/>
          </ac:spMkLst>
        </pc:spChg>
        <pc:spChg chg="mod">
          <ac:chgData name="Duvan Danilo Cita Cuevas" userId="fae3adf8-ed60-476c-8242-abed74898a84" providerId="ADAL" clId="{9CEF5D9D-ED2E-4BBF-802C-904CD32BD5C5}" dt="2024-06-11T15:53:12.598" v="1324" actId="1076"/>
          <ac:spMkLst>
            <pc:docMk/>
            <pc:sldMk cId="128562398" sldId="7822"/>
            <ac:spMk id="22" creationId="{8212E622-0D82-F646-D7EA-4515994EC90B}"/>
          </ac:spMkLst>
        </pc:spChg>
        <pc:spChg chg="mod">
          <ac:chgData name="Duvan Danilo Cita Cuevas" userId="fae3adf8-ed60-476c-8242-abed74898a84" providerId="ADAL" clId="{9CEF5D9D-ED2E-4BBF-802C-904CD32BD5C5}" dt="2024-06-11T15:53:12.598" v="1324" actId="1076"/>
          <ac:spMkLst>
            <pc:docMk/>
            <pc:sldMk cId="128562398" sldId="7822"/>
            <ac:spMk id="23" creationId="{96A6BE1D-AE04-1305-DBBF-F3223575726E}"/>
          </ac:spMkLst>
        </pc:spChg>
        <pc:spChg chg="mod">
          <ac:chgData name="Duvan Danilo Cita Cuevas" userId="fae3adf8-ed60-476c-8242-abed74898a84" providerId="ADAL" clId="{9CEF5D9D-ED2E-4BBF-802C-904CD32BD5C5}" dt="2024-06-11T16:02:05.765" v="1547" actId="207"/>
          <ac:spMkLst>
            <pc:docMk/>
            <pc:sldMk cId="128562398" sldId="7822"/>
            <ac:spMk id="24" creationId="{7C2006E6-4130-0BE4-1796-CA7324736270}"/>
          </ac:spMkLst>
        </pc:spChg>
        <pc:spChg chg="mod">
          <ac:chgData name="Duvan Danilo Cita Cuevas" userId="fae3adf8-ed60-476c-8242-abed74898a84" providerId="ADAL" clId="{9CEF5D9D-ED2E-4BBF-802C-904CD32BD5C5}" dt="2024-06-11T16:02:05.765" v="1547" actId="207"/>
          <ac:spMkLst>
            <pc:docMk/>
            <pc:sldMk cId="128562398" sldId="7822"/>
            <ac:spMk id="25" creationId="{85302020-68DD-D8A3-5717-1425C94C455C}"/>
          </ac:spMkLst>
        </pc:spChg>
        <pc:spChg chg="mod">
          <ac:chgData name="Duvan Danilo Cita Cuevas" userId="fae3adf8-ed60-476c-8242-abed74898a84" providerId="ADAL" clId="{9CEF5D9D-ED2E-4BBF-802C-904CD32BD5C5}" dt="2024-06-11T15:53:12.598" v="1324" actId="1076"/>
          <ac:spMkLst>
            <pc:docMk/>
            <pc:sldMk cId="128562398" sldId="7822"/>
            <ac:spMk id="27" creationId="{32B98C99-7C9C-0412-E7C2-292C7C868BEC}"/>
          </ac:spMkLst>
        </pc:spChg>
        <pc:spChg chg="mod">
          <ac:chgData name="Duvan Danilo Cita Cuevas" userId="fae3adf8-ed60-476c-8242-abed74898a84" providerId="ADAL" clId="{9CEF5D9D-ED2E-4BBF-802C-904CD32BD5C5}" dt="2024-06-11T15:53:12.598" v="1324" actId="1076"/>
          <ac:spMkLst>
            <pc:docMk/>
            <pc:sldMk cId="128562398" sldId="7822"/>
            <ac:spMk id="28" creationId="{8AEE328F-4BBB-70E1-B5F3-757EFC31BA5B}"/>
          </ac:spMkLst>
        </pc:spChg>
        <pc:spChg chg="mod">
          <ac:chgData name="Duvan Danilo Cita Cuevas" userId="fae3adf8-ed60-476c-8242-abed74898a84" providerId="ADAL" clId="{9CEF5D9D-ED2E-4BBF-802C-904CD32BD5C5}" dt="2024-06-11T15:53:12.598" v="1324" actId="1076"/>
          <ac:spMkLst>
            <pc:docMk/>
            <pc:sldMk cId="128562398" sldId="7822"/>
            <ac:spMk id="29" creationId="{8BB8FA9A-BEE3-2FEF-1924-07ED582CB389}"/>
          </ac:spMkLst>
        </pc:spChg>
        <pc:spChg chg="mod">
          <ac:chgData name="Duvan Danilo Cita Cuevas" userId="fae3adf8-ed60-476c-8242-abed74898a84" providerId="ADAL" clId="{9CEF5D9D-ED2E-4BBF-802C-904CD32BD5C5}" dt="2024-06-11T15:53:12.598" v="1324" actId="1076"/>
          <ac:spMkLst>
            <pc:docMk/>
            <pc:sldMk cId="128562398" sldId="7822"/>
            <ac:spMk id="30" creationId="{96EF5C8D-CC5D-2952-106D-4BF49DD5C047}"/>
          </ac:spMkLst>
        </pc:spChg>
        <pc:spChg chg="add mod">
          <ac:chgData name="Duvan Danilo Cita Cuevas" userId="fae3adf8-ed60-476c-8242-abed74898a84" providerId="ADAL" clId="{9CEF5D9D-ED2E-4BBF-802C-904CD32BD5C5}" dt="2024-06-13T13:51:18.778" v="1895" actId="14100"/>
          <ac:spMkLst>
            <pc:docMk/>
            <pc:sldMk cId="128562398" sldId="7822"/>
            <ac:spMk id="31" creationId="{5C3760DB-8BC9-6565-6ED7-C01198758C0C}"/>
          </ac:spMkLst>
        </pc:spChg>
        <pc:spChg chg="add mod">
          <ac:chgData name="Duvan Danilo Cita Cuevas" userId="fae3adf8-ed60-476c-8242-abed74898a84" providerId="ADAL" clId="{9CEF5D9D-ED2E-4BBF-802C-904CD32BD5C5}" dt="2024-06-13T13:51:32.533" v="1899" actId="1076"/>
          <ac:spMkLst>
            <pc:docMk/>
            <pc:sldMk cId="128562398" sldId="7822"/>
            <ac:spMk id="32" creationId="{511DBD54-140B-DFBA-061F-6AA2DD90466A}"/>
          </ac:spMkLst>
        </pc:spChg>
        <pc:spChg chg="add mod">
          <ac:chgData name="Duvan Danilo Cita Cuevas" userId="fae3adf8-ed60-476c-8242-abed74898a84" providerId="ADAL" clId="{9CEF5D9D-ED2E-4BBF-802C-904CD32BD5C5}" dt="2024-06-13T13:51:49.779" v="1903" actId="14100"/>
          <ac:spMkLst>
            <pc:docMk/>
            <pc:sldMk cId="128562398" sldId="7822"/>
            <ac:spMk id="33" creationId="{B673DA89-50DF-D3F1-56DE-204F3D6A9922}"/>
          </ac:spMkLst>
        </pc:spChg>
        <pc:spChg chg="mod">
          <ac:chgData name="Duvan Danilo Cita Cuevas" userId="fae3adf8-ed60-476c-8242-abed74898a84" providerId="ADAL" clId="{9CEF5D9D-ED2E-4BBF-802C-904CD32BD5C5}" dt="2024-06-11T15:53:12.598" v="1324" actId="1076"/>
          <ac:spMkLst>
            <pc:docMk/>
            <pc:sldMk cId="128562398" sldId="7822"/>
            <ac:spMk id="34" creationId="{1C844D18-7650-BA23-B364-65762076A40A}"/>
          </ac:spMkLst>
        </pc:spChg>
        <pc:spChg chg="mod">
          <ac:chgData name="Duvan Danilo Cita Cuevas" userId="fae3adf8-ed60-476c-8242-abed74898a84" providerId="ADAL" clId="{9CEF5D9D-ED2E-4BBF-802C-904CD32BD5C5}" dt="2024-06-11T15:53:12.598" v="1324" actId="1076"/>
          <ac:spMkLst>
            <pc:docMk/>
            <pc:sldMk cId="128562398" sldId="7822"/>
            <ac:spMk id="35" creationId="{69CA14C2-811F-EAF2-7088-35771938C129}"/>
          </ac:spMkLst>
        </pc:spChg>
        <pc:spChg chg="mod">
          <ac:chgData name="Duvan Danilo Cita Cuevas" userId="fae3adf8-ed60-476c-8242-abed74898a84" providerId="ADAL" clId="{9CEF5D9D-ED2E-4BBF-802C-904CD32BD5C5}" dt="2024-06-11T16:49:44.147" v="1706" actId="14100"/>
          <ac:spMkLst>
            <pc:docMk/>
            <pc:sldMk cId="128562398" sldId="7822"/>
            <ac:spMk id="37" creationId="{31D9EE85-4513-5193-4A22-E3DEC134D8AE}"/>
          </ac:spMkLst>
        </pc:spChg>
        <pc:cxnChg chg="add del mod">
          <ac:chgData name="Duvan Danilo Cita Cuevas" userId="fae3adf8-ed60-476c-8242-abed74898a84" providerId="ADAL" clId="{9CEF5D9D-ED2E-4BBF-802C-904CD32BD5C5}" dt="2024-06-11T16:07:37.394" v="1633" actId="478"/>
          <ac:cxnSpMkLst>
            <pc:docMk/>
            <pc:sldMk cId="128562398" sldId="7822"/>
            <ac:cxnSpMk id="15" creationId="{8C49BE7C-755F-8CD9-EE75-E5292DE782D1}"/>
          </ac:cxnSpMkLst>
        </pc:cxnChg>
        <pc:cxnChg chg="add mod">
          <ac:chgData name="Duvan Danilo Cita Cuevas" userId="fae3adf8-ed60-476c-8242-abed74898a84" providerId="ADAL" clId="{9CEF5D9D-ED2E-4BBF-802C-904CD32BD5C5}" dt="2024-06-13T13:48:52.202" v="1873" actId="1076"/>
          <ac:cxnSpMkLst>
            <pc:docMk/>
            <pc:sldMk cId="128562398" sldId="7822"/>
            <ac:cxnSpMk id="26" creationId="{3A7AE30A-A43F-1749-8D9F-15A03975A141}"/>
          </ac:cxnSpMkLst>
        </pc:cxnChg>
        <pc:cxnChg chg="mod">
          <ac:chgData name="Duvan Danilo Cita Cuevas" userId="fae3adf8-ed60-476c-8242-abed74898a84" providerId="ADAL" clId="{9CEF5D9D-ED2E-4BBF-802C-904CD32BD5C5}" dt="2024-06-11T15:53:23.748" v="1343" actId="14100"/>
          <ac:cxnSpMkLst>
            <pc:docMk/>
            <pc:sldMk cId="128562398" sldId="7822"/>
            <ac:cxnSpMk id="36" creationId="{7247B85C-43D8-7F43-86CF-717D7B4365A3}"/>
          </ac:cxnSpMkLst>
        </pc:cxnChg>
      </pc:sldChg>
      <pc:sldChg chg="addSp modSp mod">
        <pc:chgData name="Duvan Danilo Cita Cuevas" userId="fae3adf8-ed60-476c-8242-abed74898a84" providerId="ADAL" clId="{9CEF5D9D-ED2E-4BBF-802C-904CD32BD5C5}" dt="2024-06-13T13:52:44.866" v="1915" actId="14100"/>
        <pc:sldMkLst>
          <pc:docMk/>
          <pc:sldMk cId="1090382831" sldId="7823"/>
        </pc:sldMkLst>
        <pc:spChg chg="mod">
          <ac:chgData name="Duvan Danilo Cita Cuevas" userId="fae3adf8-ed60-476c-8242-abed74898a84" providerId="ADAL" clId="{9CEF5D9D-ED2E-4BBF-802C-904CD32BD5C5}" dt="2024-06-11T15:50:59.506" v="1190" actId="1037"/>
          <ac:spMkLst>
            <pc:docMk/>
            <pc:sldMk cId="1090382831" sldId="7823"/>
            <ac:spMk id="4" creationId="{56896DB0-3B95-4A83-542F-AA0D5ABF9797}"/>
          </ac:spMkLst>
        </pc:spChg>
        <pc:spChg chg="mod">
          <ac:chgData name="Duvan Danilo Cita Cuevas" userId="fae3adf8-ed60-476c-8242-abed74898a84" providerId="ADAL" clId="{9CEF5D9D-ED2E-4BBF-802C-904CD32BD5C5}" dt="2024-06-11T15:50:59.506" v="1190" actId="1037"/>
          <ac:spMkLst>
            <pc:docMk/>
            <pc:sldMk cId="1090382831" sldId="7823"/>
            <ac:spMk id="6" creationId="{278D99D7-C1F3-9C73-5ED3-6D1F21CC8DFF}"/>
          </ac:spMkLst>
        </pc:spChg>
        <pc:spChg chg="mod">
          <ac:chgData name="Duvan Danilo Cita Cuevas" userId="fae3adf8-ed60-476c-8242-abed74898a84" providerId="ADAL" clId="{9CEF5D9D-ED2E-4BBF-802C-904CD32BD5C5}" dt="2024-06-13T13:52:08.782" v="1906" actId="14100"/>
          <ac:spMkLst>
            <pc:docMk/>
            <pc:sldMk cId="1090382831" sldId="7823"/>
            <ac:spMk id="7" creationId="{8DD15491-6C4A-5EF4-6108-6F5EF13828FA}"/>
          </ac:spMkLst>
        </pc:spChg>
        <pc:spChg chg="mod">
          <ac:chgData name="Duvan Danilo Cita Cuevas" userId="fae3adf8-ed60-476c-8242-abed74898a84" providerId="ADAL" clId="{9CEF5D9D-ED2E-4BBF-802C-904CD32BD5C5}" dt="2024-06-11T15:51:23.336" v="1224" actId="108"/>
          <ac:spMkLst>
            <pc:docMk/>
            <pc:sldMk cId="1090382831" sldId="7823"/>
            <ac:spMk id="8" creationId="{21D1116E-D37A-E7C8-0639-49B1FB6FB807}"/>
          </ac:spMkLst>
        </pc:spChg>
        <pc:spChg chg="add mod">
          <ac:chgData name="Duvan Danilo Cita Cuevas" userId="fae3adf8-ed60-476c-8242-abed74898a84" providerId="ADAL" clId="{9CEF5D9D-ED2E-4BBF-802C-904CD32BD5C5}" dt="2024-06-13T13:48:33.756" v="1872" actId="14100"/>
          <ac:spMkLst>
            <pc:docMk/>
            <pc:sldMk cId="1090382831" sldId="7823"/>
            <ac:spMk id="9" creationId="{2F1CD42E-DA9B-4173-3B18-DAABE0016FE0}"/>
          </ac:spMkLst>
        </pc:spChg>
        <pc:spChg chg="mod">
          <ac:chgData name="Duvan Danilo Cita Cuevas" userId="fae3adf8-ed60-476c-8242-abed74898a84" providerId="ADAL" clId="{9CEF5D9D-ED2E-4BBF-802C-904CD32BD5C5}" dt="2024-06-11T15:50:59.506" v="1190" actId="1037"/>
          <ac:spMkLst>
            <pc:docMk/>
            <pc:sldMk cId="1090382831" sldId="7823"/>
            <ac:spMk id="10" creationId="{5D842EB2-2B6E-15C6-07A0-4C8D49B098A3}"/>
          </ac:spMkLst>
        </pc:spChg>
        <pc:spChg chg="add mod">
          <ac:chgData name="Duvan Danilo Cita Cuevas" userId="fae3adf8-ed60-476c-8242-abed74898a84" providerId="ADAL" clId="{9CEF5D9D-ED2E-4BBF-802C-904CD32BD5C5}" dt="2024-06-13T13:48:10.316" v="1867" actId="1076"/>
          <ac:spMkLst>
            <pc:docMk/>
            <pc:sldMk cId="1090382831" sldId="7823"/>
            <ac:spMk id="11" creationId="{3E9E452C-E7BD-50A2-B7E3-3FF3DD324BAB}"/>
          </ac:spMkLst>
        </pc:spChg>
        <pc:spChg chg="mod">
          <ac:chgData name="Duvan Danilo Cita Cuevas" userId="fae3adf8-ed60-476c-8242-abed74898a84" providerId="ADAL" clId="{9CEF5D9D-ED2E-4BBF-802C-904CD32BD5C5}" dt="2024-06-11T15:58:46.431" v="1511" actId="2711"/>
          <ac:spMkLst>
            <pc:docMk/>
            <pc:sldMk cId="1090382831" sldId="7823"/>
            <ac:spMk id="12" creationId="{210F268B-7A8D-3F86-809A-C74EA06B7EA3}"/>
          </ac:spMkLst>
        </pc:spChg>
        <pc:spChg chg="mod">
          <ac:chgData name="Duvan Danilo Cita Cuevas" userId="fae3adf8-ed60-476c-8242-abed74898a84" providerId="ADAL" clId="{9CEF5D9D-ED2E-4BBF-802C-904CD32BD5C5}" dt="2024-06-11T15:58:46.431" v="1511" actId="2711"/>
          <ac:spMkLst>
            <pc:docMk/>
            <pc:sldMk cId="1090382831" sldId="7823"/>
            <ac:spMk id="13" creationId="{A5082104-2028-6221-1A6D-606F1BDCD19E}"/>
          </ac:spMkLst>
        </pc:spChg>
        <pc:spChg chg="mod">
          <ac:chgData name="Duvan Danilo Cita Cuevas" userId="fae3adf8-ed60-476c-8242-abed74898a84" providerId="ADAL" clId="{9CEF5D9D-ED2E-4BBF-802C-904CD32BD5C5}" dt="2024-06-11T15:50:59.506" v="1190" actId="1037"/>
          <ac:spMkLst>
            <pc:docMk/>
            <pc:sldMk cId="1090382831" sldId="7823"/>
            <ac:spMk id="14" creationId="{74F0BCE7-8B90-C31C-391E-14C639F012D1}"/>
          </ac:spMkLst>
        </pc:spChg>
        <pc:spChg chg="mod">
          <ac:chgData name="Duvan Danilo Cita Cuevas" userId="fae3adf8-ed60-476c-8242-abed74898a84" providerId="ADAL" clId="{9CEF5D9D-ED2E-4BBF-802C-904CD32BD5C5}" dt="2024-06-11T15:58:46.431" v="1511" actId="2711"/>
          <ac:spMkLst>
            <pc:docMk/>
            <pc:sldMk cId="1090382831" sldId="7823"/>
            <ac:spMk id="15" creationId="{C77C74FC-19CD-C99A-3D7E-45E4AB32C91C}"/>
          </ac:spMkLst>
        </pc:spChg>
        <pc:spChg chg="mod">
          <ac:chgData name="Duvan Danilo Cita Cuevas" userId="fae3adf8-ed60-476c-8242-abed74898a84" providerId="ADAL" clId="{9CEF5D9D-ED2E-4BBF-802C-904CD32BD5C5}" dt="2024-06-11T15:58:46.431" v="1511" actId="2711"/>
          <ac:spMkLst>
            <pc:docMk/>
            <pc:sldMk cId="1090382831" sldId="7823"/>
            <ac:spMk id="16" creationId="{023B9F1E-A6F1-A67F-DC3A-1C9B034E8ED3}"/>
          </ac:spMkLst>
        </pc:spChg>
        <pc:spChg chg="mod">
          <ac:chgData name="Duvan Danilo Cita Cuevas" userId="fae3adf8-ed60-476c-8242-abed74898a84" providerId="ADAL" clId="{9CEF5D9D-ED2E-4BBF-802C-904CD32BD5C5}" dt="2024-06-11T15:58:46.431" v="1511" actId="2711"/>
          <ac:spMkLst>
            <pc:docMk/>
            <pc:sldMk cId="1090382831" sldId="7823"/>
            <ac:spMk id="17" creationId="{29C8581C-FE6F-71A1-28BC-847C5E73DACF}"/>
          </ac:spMkLst>
        </pc:spChg>
        <pc:spChg chg="mod">
          <ac:chgData name="Duvan Danilo Cita Cuevas" userId="fae3adf8-ed60-476c-8242-abed74898a84" providerId="ADAL" clId="{9CEF5D9D-ED2E-4BBF-802C-904CD32BD5C5}" dt="2024-06-11T15:58:46.431" v="1511" actId="2711"/>
          <ac:spMkLst>
            <pc:docMk/>
            <pc:sldMk cId="1090382831" sldId="7823"/>
            <ac:spMk id="18" creationId="{7A8C9B3D-2237-BAAB-3248-9C086E647F8A}"/>
          </ac:spMkLst>
        </pc:spChg>
        <pc:spChg chg="mod">
          <ac:chgData name="Duvan Danilo Cita Cuevas" userId="fae3adf8-ed60-476c-8242-abed74898a84" providerId="ADAL" clId="{9CEF5D9D-ED2E-4BBF-802C-904CD32BD5C5}" dt="2024-06-13T13:52:05.058" v="1905" actId="14100"/>
          <ac:spMkLst>
            <pc:docMk/>
            <pc:sldMk cId="1090382831" sldId="7823"/>
            <ac:spMk id="19" creationId="{7E34B2FA-7462-C876-AE0E-FF249D0E31B0}"/>
          </ac:spMkLst>
        </pc:spChg>
        <pc:spChg chg="mod">
          <ac:chgData name="Duvan Danilo Cita Cuevas" userId="fae3adf8-ed60-476c-8242-abed74898a84" providerId="ADAL" clId="{9CEF5D9D-ED2E-4BBF-802C-904CD32BD5C5}" dt="2024-06-11T15:58:46.431" v="1511" actId="2711"/>
          <ac:spMkLst>
            <pc:docMk/>
            <pc:sldMk cId="1090382831" sldId="7823"/>
            <ac:spMk id="21" creationId="{A3520336-155E-421B-7F4F-702562D2C68E}"/>
          </ac:spMkLst>
        </pc:spChg>
        <pc:spChg chg="mod">
          <ac:chgData name="Duvan Danilo Cita Cuevas" userId="fae3adf8-ed60-476c-8242-abed74898a84" providerId="ADAL" clId="{9CEF5D9D-ED2E-4BBF-802C-904CD32BD5C5}" dt="2024-06-11T15:58:46.431" v="1511" actId="2711"/>
          <ac:spMkLst>
            <pc:docMk/>
            <pc:sldMk cId="1090382831" sldId="7823"/>
            <ac:spMk id="22" creationId="{C02B8BDA-B697-BF49-B3E9-DD8E6CCFE68C}"/>
          </ac:spMkLst>
        </pc:spChg>
        <pc:spChg chg="add mod">
          <ac:chgData name="Duvan Danilo Cita Cuevas" userId="fae3adf8-ed60-476c-8242-abed74898a84" providerId="ADAL" clId="{9CEF5D9D-ED2E-4BBF-802C-904CD32BD5C5}" dt="2024-06-13T13:48:19.994" v="1869" actId="1076"/>
          <ac:spMkLst>
            <pc:docMk/>
            <pc:sldMk cId="1090382831" sldId="7823"/>
            <ac:spMk id="23" creationId="{16B8E8AA-ABB7-1FFF-16CF-C2235E70206F}"/>
          </ac:spMkLst>
        </pc:spChg>
        <pc:spChg chg="mod">
          <ac:chgData name="Duvan Danilo Cita Cuevas" userId="fae3adf8-ed60-476c-8242-abed74898a84" providerId="ADAL" clId="{9CEF5D9D-ED2E-4BBF-802C-904CD32BD5C5}" dt="2024-06-11T16:01:27.917" v="1542" actId="113"/>
          <ac:spMkLst>
            <pc:docMk/>
            <pc:sldMk cId="1090382831" sldId="7823"/>
            <ac:spMk id="24" creationId="{7C2006E6-4130-0BE4-1796-CA7324736270}"/>
          </ac:spMkLst>
        </pc:spChg>
        <pc:spChg chg="add mod">
          <ac:chgData name="Duvan Danilo Cita Cuevas" userId="fae3adf8-ed60-476c-8242-abed74898a84" providerId="ADAL" clId="{9CEF5D9D-ED2E-4BBF-802C-904CD32BD5C5}" dt="2024-06-13T13:52:19.816" v="1909" actId="14100"/>
          <ac:spMkLst>
            <pc:docMk/>
            <pc:sldMk cId="1090382831" sldId="7823"/>
            <ac:spMk id="25" creationId="{32B4E998-770A-E773-31B5-AB07356B4CFC}"/>
          </ac:spMkLst>
        </pc:spChg>
        <pc:spChg chg="add mod">
          <ac:chgData name="Duvan Danilo Cita Cuevas" userId="fae3adf8-ed60-476c-8242-abed74898a84" providerId="ADAL" clId="{9CEF5D9D-ED2E-4BBF-802C-904CD32BD5C5}" dt="2024-06-13T13:52:29.465" v="1912" actId="14100"/>
          <ac:spMkLst>
            <pc:docMk/>
            <pc:sldMk cId="1090382831" sldId="7823"/>
            <ac:spMk id="26" creationId="{FDC71CAA-AB62-B796-BE63-B95BBCC4B1EF}"/>
          </ac:spMkLst>
        </pc:spChg>
        <pc:spChg chg="mod">
          <ac:chgData name="Duvan Danilo Cita Cuevas" userId="fae3adf8-ed60-476c-8242-abed74898a84" providerId="ADAL" clId="{9CEF5D9D-ED2E-4BBF-802C-904CD32BD5C5}" dt="2024-06-11T16:01:50.548" v="1546" actId="1076"/>
          <ac:spMkLst>
            <pc:docMk/>
            <pc:sldMk cId="1090382831" sldId="7823"/>
            <ac:spMk id="27" creationId="{32B98C99-7C9C-0412-E7C2-292C7C868BEC}"/>
          </ac:spMkLst>
        </pc:spChg>
        <pc:spChg chg="mod">
          <ac:chgData name="Duvan Danilo Cita Cuevas" userId="fae3adf8-ed60-476c-8242-abed74898a84" providerId="ADAL" clId="{9CEF5D9D-ED2E-4BBF-802C-904CD32BD5C5}" dt="2024-06-11T15:58:46.431" v="1511" actId="2711"/>
          <ac:spMkLst>
            <pc:docMk/>
            <pc:sldMk cId="1090382831" sldId="7823"/>
            <ac:spMk id="28" creationId="{8AEE328F-4BBB-70E1-B5F3-757EFC31BA5B}"/>
          </ac:spMkLst>
        </pc:spChg>
        <pc:spChg chg="mod">
          <ac:chgData name="Duvan Danilo Cita Cuevas" userId="fae3adf8-ed60-476c-8242-abed74898a84" providerId="ADAL" clId="{9CEF5D9D-ED2E-4BBF-802C-904CD32BD5C5}" dt="2024-06-11T15:58:46.431" v="1511" actId="2711"/>
          <ac:spMkLst>
            <pc:docMk/>
            <pc:sldMk cId="1090382831" sldId="7823"/>
            <ac:spMk id="29" creationId="{8BB8FA9A-BEE3-2FEF-1924-07ED582CB389}"/>
          </ac:spMkLst>
        </pc:spChg>
        <pc:spChg chg="mod">
          <ac:chgData name="Duvan Danilo Cita Cuevas" userId="fae3adf8-ed60-476c-8242-abed74898a84" providerId="ADAL" clId="{9CEF5D9D-ED2E-4BBF-802C-904CD32BD5C5}" dt="2024-06-11T15:58:46.431" v="1511" actId="2711"/>
          <ac:spMkLst>
            <pc:docMk/>
            <pc:sldMk cId="1090382831" sldId="7823"/>
            <ac:spMk id="30" creationId="{96EF5C8D-CC5D-2952-106D-4BF49DD5C047}"/>
          </ac:spMkLst>
        </pc:spChg>
        <pc:spChg chg="add mod">
          <ac:chgData name="Duvan Danilo Cita Cuevas" userId="fae3adf8-ed60-476c-8242-abed74898a84" providerId="ADAL" clId="{9CEF5D9D-ED2E-4BBF-802C-904CD32BD5C5}" dt="2024-06-13T13:52:44.866" v="1915" actId="14100"/>
          <ac:spMkLst>
            <pc:docMk/>
            <pc:sldMk cId="1090382831" sldId="7823"/>
            <ac:spMk id="31" creationId="{C752CF0A-5147-D2A3-F588-B515116BEAAE}"/>
          </ac:spMkLst>
        </pc:spChg>
        <pc:grpChg chg="mod">
          <ac:chgData name="Duvan Danilo Cita Cuevas" userId="fae3adf8-ed60-476c-8242-abed74898a84" providerId="ADAL" clId="{9CEF5D9D-ED2E-4BBF-802C-904CD32BD5C5}" dt="2024-06-11T15:51:05.194" v="1219" actId="1037"/>
          <ac:grpSpMkLst>
            <pc:docMk/>
            <pc:sldMk cId="1090382831" sldId="7823"/>
            <ac:grpSpMk id="5" creationId="{D3CCDB0A-E328-B30C-70F4-9D262B8F9B83}"/>
          </ac:grpSpMkLst>
        </pc:grpChg>
        <pc:cxnChg chg="mod">
          <ac:chgData name="Duvan Danilo Cita Cuevas" userId="fae3adf8-ed60-476c-8242-abed74898a84" providerId="ADAL" clId="{9CEF5D9D-ED2E-4BBF-802C-904CD32BD5C5}" dt="2024-06-11T15:50:59.506" v="1190" actId="1037"/>
          <ac:cxnSpMkLst>
            <pc:docMk/>
            <pc:sldMk cId="1090382831" sldId="7823"/>
            <ac:cxnSpMk id="3" creationId="{7E7C432B-AEEE-3B1D-E589-F1C16FC24441}"/>
          </ac:cxnSpMkLst>
        </pc:cxnChg>
        <pc:cxnChg chg="add mod">
          <ac:chgData name="Duvan Danilo Cita Cuevas" userId="fae3adf8-ed60-476c-8242-abed74898a84" providerId="ADAL" clId="{9CEF5D9D-ED2E-4BBF-802C-904CD32BD5C5}" dt="2024-06-13T13:48:28.189" v="1871" actId="1076"/>
          <ac:cxnSpMkLst>
            <pc:docMk/>
            <pc:sldMk cId="1090382831" sldId="7823"/>
            <ac:cxnSpMk id="20" creationId="{0BFC16E1-3045-0912-D0CE-243AE6BB7FD7}"/>
          </ac:cxnSpMkLst>
        </pc:cxnChg>
      </pc:sldChg>
      <pc:sldChg chg="modSp mod">
        <pc:chgData name="Duvan Danilo Cita Cuevas" userId="fae3adf8-ed60-476c-8242-abed74898a84" providerId="ADAL" clId="{9CEF5D9D-ED2E-4BBF-802C-904CD32BD5C5}" dt="2024-06-11T14:01:39.411" v="2" actId="255"/>
        <pc:sldMkLst>
          <pc:docMk/>
          <pc:sldMk cId="756589257" sldId="7825"/>
        </pc:sldMkLst>
        <pc:spChg chg="mod">
          <ac:chgData name="Duvan Danilo Cita Cuevas" userId="fae3adf8-ed60-476c-8242-abed74898a84" providerId="ADAL" clId="{9CEF5D9D-ED2E-4BBF-802C-904CD32BD5C5}" dt="2024-06-11T14:01:39.411" v="2" actId="255"/>
          <ac:spMkLst>
            <pc:docMk/>
            <pc:sldMk cId="756589257" sldId="7825"/>
            <ac:spMk id="4" creationId="{0E0E3B4B-1192-44F8-B1CE-6219CEAC3ABC}"/>
          </ac:spMkLst>
        </pc:spChg>
      </pc:sldChg>
      <pc:sldChg chg="modSp mod">
        <pc:chgData name="Duvan Danilo Cita Cuevas" userId="fae3adf8-ed60-476c-8242-abed74898a84" providerId="ADAL" clId="{9CEF5D9D-ED2E-4BBF-802C-904CD32BD5C5}" dt="2024-06-11T14:59:29.268" v="745"/>
        <pc:sldMkLst>
          <pc:docMk/>
          <pc:sldMk cId="2863548391" sldId="7826"/>
        </pc:sldMkLst>
        <pc:spChg chg="mod">
          <ac:chgData name="Duvan Danilo Cita Cuevas" userId="fae3adf8-ed60-476c-8242-abed74898a84" providerId="ADAL" clId="{9CEF5D9D-ED2E-4BBF-802C-904CD32BD5C5}" dt="2024-06-11T14:56:42.805" v="667" actId="20577"/>
          <ac:spMkLst>
            <pc:docMk/>
            <pc:sldMk cId="2863548391" sldId="7826"/>
            <ac:spMk id="2" creationId="{00000000-0000-0000-0000-000000000000}"/>
          </ac:spMkLst>
        </pc:spChg>
        <pc:spChg chg="mod">
          <ac:chgData name="Duvan Danilo Cita Cuevas" userId="fae3adf8-ed60-476c-8242-abed74898a84" providerId="ADAL" clId="{9CEF5D9D-ED2E-4BBF-802C-904CD32BD5C5}" dt="2024-06-11T14:59:29.268" v="745"/>
          <ac:spMkLst>
            <pc:docMk/>
            <pc:sldMk cId="2863548391" sldId="7826"/>
            <ac:spMk id="4" creationId="{0E0E3B4B-1192-44F8-B1CE-6219CEAC3ABC}"/>
          </ac:spMkLst>
        </pc:spChg>
      </pc:sldChg>
      <pc:sldChg chg="modSp mod">
        <pc:chgData name="Duvan Danilo Cita Cuevas" userId="fae3adf8-ed60-476c-8242-abed74898a84" providerId="ADAL" clId="{9CEF5D9D-ED2E-4BBF-802C-904CD32BD5C5}" dt="2024-06-11T19:18:40.788" v="1749" actId="27918"/>
        <pc:sldMkLst>
          <pc:docMk/>
          <pc:sldMk cId="939438224" sldId="7827"/>
        </pc:sldMkLst>
        <pc:spChg chg="mod">
          <ac:chgData name="Duvan Danilo Cita Cuevas" userId="fae3adf8-ed60-476c-8242-abed74898a84" providerId="ADAL" clId="{9CEF5D9D-ED2E-4BBF-802C-904CD32BD5C5}" dt="2024-06-11T14:07:48.901" v="35" actId="20577"/>
          <ac:spMkLst>
            <pc:docMk/>
            <pc:sldMk cId="939438224" sldId="7827"/>
            <ac:spMk id="2" creationId="{00000000-0000-0000-0000-000000000000}"/>
          </ac:spMkLst>
        </pc:spChg>
        <pc:graphicFrameChg chg="mod">
          <ac:chgData name="Duvan Danilo Cita Cuevas" userId="fae3adf8-ed60-476c-8242-abed74898a84" providerId="ADAL" clId="{9CEF5D9D-ED2E-4BBF-802C-904CD32BD5C5}" dt="2024-06-11T19:18:35.541" v="1747" actId="692"/>
          <ac:graphicFrameMkLst>
            <pc:docMk/>
            <pc:sldMk cId="939438224" sldId="7827"/>
            <ac:graphicFrameMk id="5" creationId="{13C9AF03-FB0B-40A3-2EF6-3E3C9D5753B0}"/>
          </ac:graphicFrameMkLst>
        </pc:graphicFrameChg>
      </pc:sldChg>
      <pc:sldChg chg="modSp mod">
        <pc:chgData name="Duvan Danilo Cita Cuevas" userId="fae3adf8-ed60-476c-8242-abed74898a84" providerId="ADAL" clId="{9CEF5D9D-ED2E-4BBF-802C-904CD32BD5C5}" dt="2024-06-11T14:03:19.788" v="15" actId="108"/>
        <pc:sldMkLst>
          <pc:docMk/>
          <pc:sldMk cId="1119046932" sldId="7828"/>
        </pc:sldMkLst>
        <pc:spChg chg="mod">
          <ac:chgData name="Duvan Danilo Cita Cuevas" userId="fae3adf8-ed60-476c-8242-abed74898a84" providerId="ADAL" clId="{9CEF5D9D-ED2E-4BBF-802C-904CD32BD5C5}" dt="2024-06-11T14:03:19.788" v="15" actId="108"/>
          <ac:spMkLst>
            <pc:docMk/>
            <pc:sldMk cId="1119046932" sldId="7828"/>
            <ac:spMk id="4" creationId="{0E0E3B4B-1192-44F8-B1CE-6219CEAC3ABC}"/>
          </ac:spMkLst>
        </pc:spChg>
      </pc:sldChg>
      <pc:sldChg chg="modSp del mod">
        <pc:chgData name="Duvan Danilo Cita Cuevas" userId="fae3adf8-ed60-476c-8242-abed74898a84" providerId="ADAL" clId="{9CEF5D9D-ED2E-4BBF-802C-904CD32BD5C5}" dt="2024-06-11T16:49:14.279" v="1704" actId="47"/>
        <pc:sldMkLst>
          <pc:docMk/>
          <pc:sldMk cId="1051485362" sldId="7829"/>
        </pc:sldMkLst>
        <pc:spChg chg="mod">
          <ac:chgData name="Duvan Danilo Cita Cuevas" userId="fae3adf8-ed60-476c-8242-abed74898a84" providerId="ADAL" clId="{9CEF5D9D-ED2E-4BBF-802C-904CD32BD5C5}" dt="2024-06-11T15:50:40.702" v="1156" actId="20577"/>
          <ac:spMkLst>
            <pc:docMk/>
            <pc:sldMk cId="1051485362" sldId="7829"/>
            <ac:spMk id="2" creationId="{00000000-0000-0000-0000-000000000000}"/>
          </ac:spMkLst>
        </pc:spChg>
      </pc:sldChg>
      <pc:sldChg chg="del">
        <pc:chgData name="Duvan Danilo Cita Cuevas" userId="fae3adf8-ed60-476c-8242-abed74898a84" providerId="ADAL" clId="{9CEF5D9D-ED2E-4BBF-802C-904CD32BD5C5}" dt="2024-06-13T13:49:26.564" v="1874" actId="47"/>
        <pc:sldMkLst>
          <pc:docMk/>
          <pc:sldMk cId="375200088" sldId="7830"/>
        </pc:sldMkLst>
      </pc:sldChg>
      <pc:sldChg chg="del">
        <pc:chgData name="Duvan Danilo Cita Cuevas" userId="fae3adf8-ed60-476c-8242-abed74898a84" providerId="ADAL" clId="{9CEF5D9D-ED2E-4BBF-802C-904CD32BD5C5}" dt="2024-06-11T16:48:21.668" v="1702" actId="47"/>
        <pc:sldMkLst>
          <pc:docMk/>
          <pc:sldMk cId="280038894" sldId="7831"/>
        </pc:sldMkLst>
      </pc:sldChg>
      <pc:sldChg chg="del">
        <pc:chgData name="Duvan Danilo Cita Cuevas" userId="fae3adf8-ed60-476c-8242-abed74898a84" providerId="ADAL" clId="{9CEF5D9D-ED2E-4BBF-802C-904CD32BD5C5}" dt="2024-06-11T16:48:26.410" v="1703" actId="47"/>
        <pc:sldMkLst>
          <pc:docMk/>
          <pc:sldMk cId="1477685308" sldId="7832"/>
        </pc:sldMkLst>
      </pc:sldChg>
      <pc:sldChg chg="modSp mod">
        <pc:chgData name="Duvan Danilo Cita Cuevas" userId="fae3adf8-ed60-476c-8242-abed74898a84" providerId="ADAL" clId="{9CEF5D9D-ED2E-4BBF-802C-904CD32BD5C5}" dt="2024-06-11T14:59:17.203" v="742" actId="20577"/>
        <pc:sldMkLst>
          <pc:docMk/>
          <pc:sldMk cId="25742587" sldId="7833"/>
        </pc:sldMkLst>
        <pc:spChg chg="mod">
          <ac:chgData name="Duvan Danilo Cita Cuevas" userId="fae3adf8-ed60-476c-8242-abed74898a84" providerId="ADAL" clId="{9CEF5D9D-ED2E-4BBF-802C-904CD32BD5C5}" dt="2024-06-11T14:22:56.412" v="203" actId="20577"/>
          <ac:spMkLst>
            <pc:docMk/>
            <pc:sldMk cId="25742587" sldId="7833"/>
            <ac:spMk id="2" creationId="{00000000-0000-0000-0000-000000000000}"/>
          </ac:spMkLst>
        </pc:spChg>
        <pc:spChg chg="mod">
          <ac:chgData name="Duvan Danilo Cita Cuevas" userId="fae3adf8-ed60-476c-8242-abed74898a84" providerId="ADAL" clId="{9CEF5D9D-ED2E-4BBF-802C-904CD32BD5C5}" dt="2024-06-11T14:59:17.203" v="742" actId="20577"/>
          <ac:spMkLst>
            <pc:docMk/>
            <pc:sldMk cId="25742587" sldId="7833"/>
            <ac:spMk id="4" creationId="{0E0E3B4B-1192-44F8-B1CE-6219CEAC3ABC}"/>
          </ac:spMkLst>
        </pc:spChg>
      </pc:sldChg>
      <pc:sldChg chg="del">
        <pc:chgData name="Duvan Danilo Cita Cuevas" userId="fae3adf8-ed60-476c-8242-abed74898a84" providerId="ADAL" clId="{9CEF5D9D-ED2E-4BBF-802C-904CD32BD5C5}" dt="2024-06-11T19:59:22.156" v="1761" actId="47"/>
        <pc:sldMkLst>
          <pc:docMk/>
          <pc:sldMk cId="3998125421" sldId="7835"/>
        </pc:sldMkLst>
      </pc:sldChg>
      <pc:sldChg chg="mod">
        <pc:chgData name="Duvan Danilo Cita Cuevas" userId="fae3adf8-ed60-476c-8242-abed74898a84" providerId="ADAL" clId="{9CEF5D9D-ED2E-4BBF-802C-904CD32BD5C5}" dt="2024-06-11T15:22:56.283" v="1013" actId="27918"/>
        <pc:sldMkLst>
          <pc:docMk/>
          <pc:sldMk cId="599317161" sldId="7836"/>
        </pc:sldMkLst>
      </pc:sldChg>
      <pc:sldChg chg="del">
        <pc:chgData name="Duvan Danilo Cita Cuevas" userId="fae3adf8-ed60-476c-8242-abed74898a84" providerId="ADAL" clId="{9CEF5D9D-ED2E-4BBF-802C-904CD32BD5C5}" dt="2024-06-11T19:59:57.132" v="1762" actId="47"/>
        <pc:sldMkLst>
          <pc:docMk/>
          <pc:sldMk cId="3497132683" sldId="783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fasecolda-my.sharepoint.com/personal/asalazar_fasecolda_com/Documents/Consultas%20actuar&#237;a/Deslizamiento/2024/Deslizamiento/parametros/Actualizacion%20deslizamiento_2024_vf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fasecolda-my.sharepoint.com/personal/asalazar_fasecolda_com/Documents/Consultas%20actuar&#237;a/Deslizamiento/2024/Deslizamiento/outputs/resultados_2024/1.1.2_flujo_anual_pensiones_vr2024_con_desliza_1_camAux_correcion_aux%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fasecolda-my.sharepoint.com/personal/dcita_fasecolda_com/Documents/Modelo_OBP/outputs/resultado_final/Flujos_Pago_01_202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fasecolda-my.sharepoint.com/personal/asalazar_fasecolda_com/Documents/Consultas%20actuar&#237;a/Deslizamiento/2024/Deslizamiento/outputs/resultados_2024/1.1.2_flujo_anual_pensiones_vr2024_con_desliza_1_camAux_correcion_aux%2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oleObject" Target="https://fasecolda-my.sharepoint.com/personal/asalazar_fasecolda_com/Documents/Consultas%20actuar&#237;a/Deslizamiento/2024/Deslizamiento/parametros/Actualizacion%20deslizamiento_2024_vf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3029281496062994E-2"/>
          <c:y val="7.5787571533398448E-2"/>
          <c:w val="0.92164009186351703"/>
          <c:h val="0.79366607033256886"/>
        </c:manualLayout>
      </c:layout>
      <c:lineChart>
        <c:grouping val="standard"/>
        <c:varyColors val="0"/>
        <c:ser>
          <c:idx val="0"/>
          <c:order val="0"/>
          <c:tx>
            <c:strRef>
              <c:f>Parametros_1!$C$1</c:f>
              <c:strCache>
                <c:ptCount val="1"/>
                <c:pt idx="0">
                  <c:v>Variación SM</c:v>
                </c:pt>
              </c:strCache>
            </c:strRef>
          </c:tx>
          <c:spPr>
            <a:ln w="25400" cap="rnd">
              <a:solidFill>
                <a:schemeClr val="accent1"/>
              </a:solidFill>
              <a:round/>
            </a:ln>
            <a:effectLst/>
          </c:spPr>
          <c:marker>
            <c:symbol val="diamond"/>
            <c:size val="8"/>
            <c:spPr>
              <a:solidFill>
                <a:schemeClr val="accent1"/>
              </a:solidFill>
              <a:ln w="9525">
                <a:solidFill>
                  <a:schemeClr val="accent1"/>
                </a:solidFill>
                <a:round/>
              </a:ln>
              <a:effectLst/>
            </c:spPr>
          </c:marker>
          <c:dLbls>
            <c:dLbl>
              <c:idx val="1"/>
              <c:layout>
                <c:manualLayout>
                  <c:x val="-1.9622457349081385E-2"/>
                  <c:y val="-4.74254972038324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5DA-4890-8D0F-6198D8022B60}"/>
                </c:ext>
              </c:extLst>
            </c:dLbl>
            <c:dLbl>
              <c:idx val="9"/>
              <c:layout>
                <c:manualLayout>
                  <c:x val="-1.3372457349081442E-2"/>
                  <c:y val="-0.119902365172223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5DA-4890-8D0F-6198D8022B60}"/>
                </c:ext>
              </c:extLst>
            </c:dLbl>
            <c:dLbl>
              <c:idx val="10"/>
              <c:layout>
                <c:manualLayout>
                  <c:x val="-3.2304708005249344E-2"/>
                  <c:y val="-4.54382282434089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5DA-4890-8D0F-6198D8022B60}"/>
                </c:ext>
              </c:extLst>
            </c:dLbl>
            <c:dLbl>
              <c:idx val="12"/>
              <c:layout>
                <c:manualLayout>
                  <c:x val="-2.6054708005249345E-2"/>
                  <c:y val="-7.58317535204759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5DA-4890-8D0F-6198D8022B60}"/>
                </c:ext>
              </c:extLst>
            </c:dLbl>
            <c:dLbl>
              <c:idx val="13"/>
              <c:layout>
                <c:manualLayout>
                  <c:x val="-2.9179708005249345E-2"/>
                  <c:y val="-5.01141552091115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5DA-4890-8D0F-6198D8022B60}"/>
                </c:ext>
              </c:extLst>
            </c:dLbl>
            <c:dLbl>
              <c:idx val="14"/>
              <c:layout>
                <c:manualLayout>
                  <c:x val="-3.1080790682414698E-2"/>
                  <c:y val="-4.50875337209811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5DA-4890-8D0F-6198D8022B60}"/>
                </c:ext>
              </c:extLst>
            </c:dLbl>
            <c:dLbl>
              <c:idx val="20"/>
              <c:layout>
                <c:manualLayout>
                  <c:x val="-3.1080790682414851E-2"/>
                  <c:y val="2.50513707645582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5DA-4890-8D0F-6198D8022B60}"/>
                </c:ext>
              </c:extLst>
            </c:dLbl>
            <c:dLbl>
              <c:idx val="21"/>
              <c:layout>
                <c:manualLayout>
                  <c:x val="-6.390625000000015E-2"/>
                  <c:y val="-3.1059752823873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5DA-4890-8D0F-6198D8022B60}"/>
                </c:ext>
              </c:extLst>
            </c:dLbl>
            <c:dLbl>
              <c:idx val="23"/>
              <c:layout>
                <c:manualLayout>
                  <c:x val="-8.7502460629922795E-3"/>
                  <c:y val="-6.145327810094035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5DA-4890-8D0F-6198D8022B60}"/>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6">
                        <a:lumMod val="60000"/>
                        <a:lumOff val="40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Parametros_1!$A$7:$A$30</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Parametros_1!$C$7:$C$30</c:f>
              <c:numCache>
                <c:formatCode>0.00</c:formatCode>
                <c:ptCount val="24"/>
                <c:pt idx="0">
                  <c:v>0.1</c:v>
                </c:pt>
                <c:pt idx="1">
                  <c:v>0.08</c:v>
                </c:pt>
                <c:pt idx="2">
                  <c:v>7.400000000000001E-2</c:v>
                </c:pt>
                <c:pt idx="3">
                  <c:v>7.8E-2</c:v>
                </c:pt>
                <c:pt idx="4">
                  <c:v>6.6000000000000003E-2</c:v>
                </c:pt>
                <c:pt idx="5">
                  <c:v>6.9000000000000006E-2</c:v>
                </c:pt>
                <c:pt idx="6">
                  <c:v>6.3E-2</c:v>
                </c:pt>
                <c:pt idx="7">
                  <c:v>6.4000000000000001E-2</c:v>
                </c:pt>
                <c:pt idx="8">
                  <c:v>7.6999999999999999E-2</c:v>
                </c:pt>
                <c:pt idx="9">
                  <c:v>3.6000000000000004E-2</c:v>
                </c:pt>
                <c:pt idx="10">
                  <c:v>0.04</c:v>
                </c:pt>
                <c:pt idx="11">
                  <c:v>5.7999999999999996E-2</c:v>
                </c:pt>
                <c:pt idx="12">
                  <c:v>4.0199999999999993E-2</c:v>
                </c:pt>
                <c:pt idx="13">
                  <c:v>4.4999999999999998E-2</c:v>
                </c:pt>
                <c:pt idx="14">
                  <c:v>4.5999999999999999E-2</c:v>
                </c:pt>
                <c:pt idx="15">
                  <c:v>7.0000000000000007E-2</c:v>
                </c:pt>
                <c:pt idx="16">
                  <c:v>7.0000000000000007E-2</c:v>
                </c:pt>
                <c:pt idx="17">
                  <c:v>5.9000000000000004E-2</c:v>
                </c:pt>
                <c:pt idx="18">
                  <c:v>0.06</c:v>
                </c:pt>
                <c:pt idx="19">
                  <c:v>0.06</c:v>
                </c:pt>
                <c:pt idx="20">
                  <c:v>3.5000000000000003E-2</c:v>
                </c:pt>
                <c:pt idx="21">
                  <c:v>0.1007</c:v>
                </c:pt>
                <c:pt idx="22">
                  <c:v>0.16</c:v>
                </c:pt>
                <c:pt idx="23">
                  <c:v>0.1207</c:v>
                </c:pt>
              </c:numCache>
            </c:numRef>
          </c:val>
          <c:smooth val="0"/>
          <c:extLst>
            <c:ext xmlns:c16="http://schemas.microsoft.com/office/drawing/2014/chart" uri="{C3380CC4-5D6E-409C-BE32-E72D297353CC}">
              <c16:uniqueId val="{00000000-583B-4719-AF31-8DD44E01465B}"/>
            </c:ext>
          </c:extLst>
        </c:ser>
        <c:ser>
          <c:idx val="1"/>
          <c:order val="1"/>
          <c:tx>
            <c:strRef>
              <c:f>Parametros_1!$D$1</c:f>
              <c:strCache>
                <c:ptCount val="1"/>
                <c:pt idx="0">
                  <c:v>IPC</c:v>
                </c:pt>
              </c:strCache>
            </c:strRef>
          </c:tx>
          <c:spPr>
            <a:ln w="25400" cap="rnd">
              <a:solidFill>
                <a:schemeClr val="accent3"/>
              </a:solidFill>
              <a:round/>
            </a:ln>
            <a:effectLst/>
          </c:spPr>
          <c:marker>
            <c:symbol val="square"/>
            <c:size val="7"/>
            <c:spPr>
              <a:solidFill>
                <a:schemeClr val="accent3"/>
              </a:solidFill>
              <a:ln w="9525">
                <a:solidFill>
                  <a:schemeClr val="accent3"/>
                </a:solidFill>
                <a:round/>
              </a:ln>
              <a:effectLst/>
            </c:spPr>
          </c:marker>
          <c:dLbls>
            <c:dLbl>
              <c:idx val="8"/>
              <c:layout>
                <c:manualLayout>
                  <c:x val="-3.160162401574803E-2"/>
                  <c:y val="9.06780057281946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5DA-4890-8D0F-6198D8022B60}"/>
                </c:ext>
              </c:extLst>
            </c:dLbl>
            <c:dLbl>
              <c:idx val="14"/>
              <c:layout>
                <c:manualLayout>
                  <c:x val="-1.4934957349081365E-2"/>
                  <c:y val="3.45668821397630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5DA-4890-8D0F-6198D8022B60}"/>
                </c:ext>
              </c:extLst>
            </c:dLbl>
            <c:dLbl>
              <c:idx val="15"/>
              <c:layout>
                <c:manualLayout>
                  <c:x val="-1.9101624015747956E-2"/>
                  <c:y val="6.02844804511274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5DA-4890-8D0F-6198D8022B60}"/>
                </c:ext>
              </c:extLst>
            </c:dLbl>
            <c:dLbl>
              <c:idx val="19"/>
              <c:layout>
                <c:manualLayout>
                  <c:x val="-2.2226624015748032E-2"/>
                  <c:y val="6.0284480451127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5DA-4890-8D0F-6198D8022B60}"/>
                </c:ext>
              </c:extLst>
            </c:dLbl>
            <c:dLbl>
              <c:idx val="21"/>
              <c:layout>
                <c:manualLayout>
                  <c:x val="-7.6432906824148508E-3"/>
                  <c:y val="5.32705900025736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5DA-4890-8D0F-6198D8022B60}"/>
                </c:ext>
              </c:extLst>
            </c:dLbl>
            <c:dLbl>
              <c:idx val="22"/>
              <c:layout>
                <c:manualLayout>
                  <c:x val="-2.1718750000000151E-2"/>
                  <c:y val="0.1350993119023695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5DA-4890-8D0F-6198D8022B60}"/>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FF6700"/>
                    </a:solidFill>
                    <a:latin typeface="+mn-lt"/>
                    <a:ea typeface="+mn-ea"/>
                    <a:cs typeface="+mn-cs"/>
                  </a:defRPr>
                </a:pPr>
                <a:endParaRPr lang="es-CO"/>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Parametros_1!$A$7:$A$30</c:f>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f>Parametros_1!$D$7:$D$30</c:f>
              <c:numCache>
                <c:formatCode>0.00</c:formatCode>
                <c:ptCount val="24"/>
                <c:pt idx="0">
                  <c:v>8.7499999999999994E-2</c:v>
                </c:pt>
                <c:pt idx="1">
                  <c:v>7.6499999999999999E-2</c:v>
                </c:pt>
                <c:pt idx="2">
                  <c:v>6.9900000000000004E-2</c:v>
                </c:pt>
                <c:pt idx="3">
                  <c:v>6.4899999999999999E-2</c:v>
                </c:pt>
                <c:pt idx="4">
                  <c:v>5.5E-2</c:v>
                </c:pt>
                <c:pt idx="5">
                  <c:v>4.8499999999999995E-2</c:v>
                </c:pt>
                <c:pt idx="6">
                  <c:v>4.4800000000000006E-2</c:v>
                </c:pt>
                <c:pt idx="7">
                  <c:v>5.6900000000000006E-2</c:v>
                </c:pt>
                <c:pt idx="8">
                  <c:v>7.6700000000000004E-2</c:v>
                </c:pt>
                <c:pt idx="9">
                  <c:v>0.02</c:v>
                </c:pt>
                <c:pt idx="10">
                  <c:v>3.1699999999999999E-2</c:v>
                </c:pt>
                <c:pt idx="11">
                  <c:v>3.73E-2</c:v>
                </c:pt>
                <c:pt idx="12">
                  <c:v>2.4399999999999998E-2</c:v>
                </c:pt>
                <c:pt idx="13">
                  <c:v>1.9400000000000001E-2</c:v>
                </c:pt>
                <c:pt idx="14">
                  <c:v>3.6600000000000001E-2</c:v>
                </c:pt>
                <c:pt idx="15">
                  <c:v>6.7699999999999996E-2</c:v>
                </c:pt>
                <c:pt idx="16">
                  <c:v>5.7500000000000002E-2</c:v>
                </c:pt>
                <c:pt idx="17">
                  <c:v>4.0899999999999999E-2</c:v>
                </c:pt>
                <c:pt idx="18">
                  <c:v>3.1800000000000002E-2</c:v>
                </c:pt>
                <c:pt idx="19">
                  <c:v>3.7999999999999999E-2</c:v>
                </c:pt>
                <c:pt idx="20">
                  <c:v>1.61E-2</c:v>
                </c:pt>
                <c:pt idx="21">
                  <c:v>5.62E-2</c:v>
                </c:pt>
                <c:pt idx="22">
                  <c:v>0.13119999999999998</c:v>
                </c:pt>
                <c:pt idx="23">
                  <c:v>9.2799999999999994E-2</c:v>
                </c:pt>
              </c:numCache>
            </c:numRef>
          </c:val>
          <c:smooth val="0"/>
          <c:extLst>
            <c:ext xmlns:c16="http://schemas.microsoft.com/office/drawing/2014/chart" uri="{C3380CC4-5D6E-409C-BE32-E72D297353CC}">
              <c16:uniqueId val="{00000001-583B-4719-AF31-8DD44E01465B}"/>
            </c:ext>
          </c:extLst>
        </c:ser>
        <c:dLbls>
          <c:showLegendKey val="0"/>
          <c:showVal val="0"/>
          <c:showCatName val="0"/>
          <c:showSerName val="0"/>
          <c:showPercent val="0"/>
          <c:showBubbleSize val="0"/>
        </c:dLbls>
        <c:marker val="1"/>
        <c:smooth val="0"/>
        <c:axId val="1020905152"/>
        <c:axId val="1629867232"/>
        <c:extLst>
          <c:ext xmlns:c15="http://schemas.microsoft.com/office/drawing/2012/chart" uri="{02D57815-91ED-43cb-92C2-25804820EDAC}">
            <c15:filteredLineSeries>
              <c15:ser>
                <c:idx val="2"/>
                <c:order val="2"/>
                <c:tx>
                  <c:strRef>
                    <c:extLst>
                      <c:ext uri="{02D57815-91ED-43cb-92C2-25804820EDAC}">
                        <c15:formulaRef>
                          <c15:sqref>Parametros_1!$E$1</c15:sqref>
                        </c15:formulaRef>
                      </c:ext>
                    </c:extLst>
                    <c:strCache>
                      <c:ptCount val="1"/>
                    </c:strCache>
                  </c:strRef>
                </c:tx>
                <c:spPr>
                  <a:ln w="22225" cap="rnd">
                    <a:solidFill>
                      <a:schemeClr val="accent5"/>
                    </a:solidFill>
                    <a:round/>
                  </a:ln>
                  <a:effectLst/>
                </c:spPr>
                <c:marker>
                  <c:symbol val="none"/>
                </c:marker>
                <c:cat>
                  <c:numRef>
                    <c:extLst>
                      <c:ext uri="{02D57815-91ED-43cb-92C2-25804820EDAC}">
                        <c15:formulaRef>
                          <c15:sqref>Parametros_1!$A$7:$A$30</c15:sqref>
                        </c15:formulaRef>
                      </c:ext>
                    </c:extLst>
                    <c:numCache>
                      <c:formatCode>General</c:formatCode>
                      <c:ptCount val="24"/>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numCache>
                  </c:numRef>
                </c:cat>
                <c:val>
                  <c:numRef>
                    <c:extLst>
                      <c:ext uri="{02D57815-91ED-43cb-92C2-25804820EDAC}">
                        <c15:formulaRef>
                          <c15:sqref>Parametros_1!$E$7:$E$30</c15:sqref>
                        </c15:formulaRef>
                      </c:ext>
                    </c:extLst>
                    <c:numCache>
                      <c:formatCode>General</c:formatCode>
                      <c:ptCount val="24"/>
                    </c:numCache>
                  </c:numRef>
                </c:val>
                <c:smooth val="0"/>
                <c:extLst>
                  <c:ext xmlns:c16="http://schemas.microsoft.com/office/drawing/2014/chart" uri="{C3380CC4-5D6E-409C-BE32-E72D297353CC}">
                    <c16:uniqueId val="{00000002-583B-4719-AF31-8DD44E01465B}"/>
                  </c:ext>
                </c:extLst>
              </c15:ser>
            </c15:filteredLineSeries>
          </c:ext>
        </c:extLst>
      </c:lineChart>
      <c:catAx>
        <c:axId val="1020905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64" b="1" i="0" u="none" strike="noStrike" kern="1200" cap="all" spc="120" normalizeH="0" baseline="0">
                <a:solidFill>
                  <a:schemeClr val="tx1">
                    <a:lumMod val="65000"/>
                    <a:lumOff val="35000"/>
                  </a:schemeClr>
                </a:solidFill>
                <a:latin typeface="+mn-lt"/>
                <a:ea typeface="+mn-ea"/>
                <a:cs typeface="+mn-cs"/>
              </a:defRPr>
            </a:pPr>
            <a:endParaRPr lang="es-CO"/>
          </a:p>
        </c:txPr>
        <c:crossAx val="1629867232"/>
        <c:crosses val="autoZero"/>
        <c:auto val="1"/>
        <c:lblAlgn val="ctr"/>
        <c:lblOffset val="100"/>
        <c:noMultiLvlLbl val="0"/>
      </c:catAx>
      <c:valAx>
        <c:axId val="1629867232"/>
        <c:scaling>
          <c:orientation val="minMax"/>
          <c:max val="0.16000000000000003"/>
        </c:scaling>
        <c:delete val="1"/>
        <c:axPos val="l"/>
        <c:numFmt formatCode="0%" sourceLinked="0"/>
        <c:majorTickMark val="none"/>
        <c:minorTickMark val="none"/>
        <c:tickLblPos val="nextTo"/>
        <c:crossAx val="10209051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8"/>
    </mc:Choice>
    <mc:Fallback>
      <c:style val="8"/>
    </mc:Fallback>
  </mc:AlternateContent>
  <c:pivotSource>
    <c:name>[1.1.2_flujo_anual_pensiones_vr2024_con_desliza_1_camAux_correcion_aux (1).xlsx]ESC0_vs_IPC!TablaDinámica8</c:name>
    <c:fmtId val="-1"/>
  </c:pivotSource>
  <c:chart>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7467847769028892E-2"/>
          <c:y val="8.3413353818577562E-2"/>
          <c:w val="0.87009391404199476"/>
          <c:h val="0.72624283017848967"/>
        </c:manualLayout>
      </c:layout>
      <c:barChart>
        <c:barDir val="col"/>
        <c:grouping val="clustered"/>
        <c:varyColors val="0"/>
        <c:ser>
          <c:idx val="0"/>
          <c:order val="0"/>
          <c:tx>
            <c:strRef>
              <c:f>ESC0_vs_IPC!$B$3</c:f>
              <c:strCache>
                <c:ptCount val="1"/>
                <c:pt idx="0">
                  <c:v>Flujo_pago_IPC</c:v>
                </c:pt>
              </c:strCache>
            </c:strRef>
          </c:tx>
          <c:spPr>
            <a:solidFill>
              <a:schemeClr val="accent6">
                <a:tint val="77000"/>
              </a:schemeClr>
            </a:solidFill>
            <a:ln>
              <a:noFill/>
            </a:ln>
            <a:effectLst/>
          </c:spPr>
          <c:invertIfNegative val="0"/>
          <c:cat>
            <c:strRef>
              <c:f>ESC0_vs_IPC!$A$4:$A$114</c:f>
              <c:strCache>
                <c:ptCount val="110"/>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pt idx="77">
                  <c:v>2101</c:v>
                </c:pt>
                <c:pt idx="78">
                  <c:v>2102</c:v>
                </c:pt>
                <c:pt idx="79">
                  <c:v>2103</c:v>
                </c:pt>
                <c:pt idx="80">
                  <c:v>2104</c:v>
                </c:pt>
                <c:pt idx="81">
                  <c:v>2105</c:v>
                </c:pt>
                <c:pt idx="82">
                  <c:v>2106</c:v>
                </c:pt>
                <c:pt idx="83">
                  <c:v>2107</c:v>
                </c:pt>
                <c:pt idx="84">
                  <c:v>2108</c:v>
                </c:pt>
                <c:pt idx="85">
                  <c:v>2109</c:v>
                </c:pt>
                <c:pt idx="86">
                  <c:v>2110</c:v>
                </c:pt>
                <c:pt idx="87">
                  <c:v>2111</c:v>
                </c:pt>
                <c:pt idx="88">
                  <c:v>2112</c:v>
                </c:pt>
                <c:pt idx="89">
                  <c:v>2113</c:v>
                </c:pt>
                <c:pt idx="90">
                  <c:v>2114</c:v>
                </c:pt>
                <c:pt idx="91">
                  <c:v>2115</c:v>
                </c:pt>
                <c:pt idx="92">
                  <c:v>2116</c:v>
                </c:pt>
                <c:pt idx="93">
                  <c:v>2117</c:v>
                </c:pt>
                <c:pt idx="94">
                  <c:v>2118</c:v>
                </c:pt>
                <c:pt idx="95">
                  <c:v>2119</c:v>
                </c:pt>
                <c:pt idx="96">
                  <c:v>2120</c:v>
                </c:pt>
                <c:pt idx="97">
                  <c:v>2121</c:v>
                </c:pt>
                <c:pt idx="98">
                  <c:v>2122</c:v>
                </c:pt>
                <c:pt idx="99">
                  <c:v>2123</c:v>
                </c:pt>
                <c:pt idx="100">
                  <c:v>2124</c:v>
                </c:pt>
                <c:pt idx="101">
                  <c:v>2125</c:v>
                </c:pt>
                <c:pt idx="102">
                  <c:v>2126</c:v>
                </c:pt>
                <c:pt idx="103">
                  <c:v>2127</c:v>
                </c:pt>
                <c:pt idx="104">
                  <c:v>2128</c:v>
                </c:pt>
                <c:pt idx="105">
                  <c:v>2129</c:v>
                </c:pt>
                <c:pt idx="106">
                  <c:v>2130</c:v>
                </c:pt>
                <c:pt idx="107">
                  <c:v>2131</c:v>
                </c:pt>
                <c:pt idx="108">
                  <c:v>2132</c:v>
                </c:pt>
                <c:pt idx="109">
                  <c:v>2133</c:v>
                </c:pt>
              </c:strCache>
            </c:strRef>
          </c:cat>
          <c:val>
            <c:numRef>
              <c:f>ESC0_vs_IPC!$B$4:$B$114</c:f>
              <c:numCache>
                <c:formatCode>_-* #,##0_-;\-* #,##0_-;_-* "-"??_-;_-@_-</c:formatCode>
                <c:ptCount val="110"/>
                <c:pt idx="0">
                  <c:v>450967.10327835602</c:v>
                </c:pt>
                <c:pt idx="1">
                  <c:v>510250.4169987744</c:v>
                </c:pt>
                <c:pt idx="2">
                  <c:v>523122.82475788263</c:v>
                </c:pt>
                <c:pt idx="3">
                  <c:v>533935.16759453109</c:v>
                </c:pt>
                <c:pt idx="4">
                  <c:v>544686.50107661076</c:v>
                </c:pt>
                <c:pt idx="5">
                  <c:v>555444.4401081067</c:v>
                </c:pt>
                <c:pt idx="6">
                  <c:v>565413.45521863282</c:v>
                </c:pt>
                <c:pt idx="7">
                  <c:v>575078.9967744014</c:v>
                </c:pt>
                <c:pt idx="8">
                  <c:v>584521.50435815938</c:v>
                </c:pt>
                <c:pt idx="9">
                  <c:v>593420.71514977945</c:v>
                </c:pt>
                <c:pt idx="10">
                  <c:v>602081.93023108609</c:v>
                </c:pt>
                <c:pt idx="11">
                  <c:v>611312.84184228885</c:v>
                </c:pt>
                <c:pt idx="12">
                  <c:v>619797.72710983537</c:v>
                </c:pt>
                <c:pt idx="13">
                  <c:v>627595.00686424202</c:v>
                </c:pt>
                <c:pt idx="14">
                  <c:v>634835.02714162739</c:v>
                </c:pt>
                <c:pt idx="15">
                  <c:v>641258.39595585701</c:v>
                </c:pt>
                <c:pt idx="16">
                  <c:v>647049.97773949103</c:v>
                </c:pt>
                <c:pt idx="17">
                  <c:v>651985.93277986848</c:v>
                </c:pt>
                <c:pt idx="18">
                  <c:v>656833.89043650485</c:v>
                </c:pt>
                <c:pt idx="19">
                  <c:v>660356.1576159636</c:v>
                </c:pt>
                <c:pt idx="20">
                  <c:v>663521.04073715606</c:v>
                </c:pt>
                <c:pt idx="21">
                  <c:v>666227.11051891698</c:v>
                </c:pt>
                <c:pt idx="22">
                  <c:v>667747.06043619488</c:v>
                </c:pt>
                <c:pt idx="23">
                  <c:v>668190.09429167816</c:v>
                </c:pt>
                <c:pt idx="24">
                  <c:v>667869.98927108839</c:v>
                </c:pt>
                <c:pt idx="25">
                  <c:v>666423.52131832659</c:v>
                </c:pt>
                <c:pt idx="26">
                  <c:v>663683.10990167561</c:v>
                </c:pt>
                <c:pt idx="27">
                  <c:v>659547.84248630085</c:v>
                </c:pt>
                <c:pt idx="28">
                  <c:v>653993.19215408131</c:v>
                </c:pt>
                <c:pt idx="29">
                  <c:v>647007.2890964176</c:v>
                </c:pt>
                <c:pt idx="30">
                  <c:v>638591.26015224436</c:v>
                </c:pt>
                <c:pt idx="31">
                  <c:v>628760.18830145849</c:v>
                </c:pt>
                <c:pt idx="32">
                  <c:v>617543.03356250853</c:v>
                </c:pt>
                <c:pt idx="33">
                  <c:v>604980.6524095817</c:v>
                </c:pt>
                <c:pt idx="34">
                  <c:v>591125.73554136266</c:v>
                </c:pt>
                <c:pt idx="35">
                  <c:v>576044.00439949241</c:v>
                </c:pt>
                <c:pt idx="36">
                  <c:v>559812.087024512</c:v>
                </c:pt>
                <c:pt idx="37">
                  <c:v>542517.46183622803</c:v>
                </c:pt>
                <c:pt idx="38">
                  <c:v>524256.30886467511</c:v>
                </c:pt>
                <c:pt idx="39">
                  <c:v>505133.01389199641</c:v>
                </c:pt>
                <c:pt idx="40">
                  <c:v>485258.68142780662</c:v>
                </c:pt>
                <c:pt idx="41">
                  <c:v>464748.02141414391</c:v>
                </c:pt>
                <c:pt idx="42">
                  <c:v>443719.170838436</c:v>
                </c:pt>
                <c:pt idx="43">
                  <c:v>422289.12743475358</c:v>
                </c:pt>
                <c:pt idx="44">
                  <c:v>400572.70682551945</c:v>
                </c:pt>
                <c:pt idx="45">
                  <c:v>378682.66665296769</c:v>
                </c:pt>
                <c:pt idx="46">
                  <c:v>356727.19781984272</c:v>
                </c:pt>
                <c:pt idx="47">
                  <c:v>334809.01629522594</c:v>
                </c:pt>
                <c:pt idx="48">
                  <c:v>313023.7617049095</c:v>
                </c:pt>
                <c:pt idx="49">
                  <c:v>291463.81682181527</c:v>
                </c:pt>
                <c:pt idx="50">
                  <c:v>270217.92405307025</c:v>
                </c:pt>
                <c:pt idx="51">
                  <c:v>249373.17171494087</c:v>
                </c:pt>
                <c:pt idx="52">
                  <c:v>229018.46682661894</c:v>
                </c:pt>
                <c:pt idx="53">
                  <c:v>209239.88954175755</c:v>
                </c:pt>
                <c:pt idx="54">
                  <c:v>190121.24770866681</c:v>
                </c:pt>
                <c:pt idx="55">
                  <c:v>171744.24584767711</c:v>
                </c:pt>
                <c:pt idx="56">
                  <c:v>154188.71062377811</c:v>
                </c:pt>
                <c:pt idx="57">
                  <c:v>137523.76605091247</c:v>
                </c:pt>
                <c:pt idx="58">
                  <c:v>121811.6136925176</c:v>
                </c:pt>
                <c:pt idx="59">
                  <c:v>107105.01952167864</c:v>
                </c:pt>
                <c:pt idx="60">
                  <c:v>93443.57872908203</c:v>
                </c:pt>
                <c:pt idx="61">
                  <c:v>80855.540590305245</c:v>
                </c:pt>
                <c:pt idx="62">
                  <c:v>69354.670283664716</c:v>
                </c:pt>
                <c:pt idx="63">
                  <c:v>58943.450307333871</c:v>
                </c:pt>
                <c:pt idx="64">
                  <c:v>49609.380752434314</c:v>
                </c:pt>
                <c:pt idx="65">
                  <c:v>41326.420250858966</c:v>
                </c:pt>
                <c:pt idx="66">
                  <c:v>34060.541551761926</c:v>
                </c:pt>
                <c:pt idx="67">
                  <c:v>27763.342265789117</c:v>
                </c:pt>
                <c:pt idx="68">
                  <c:v>22373.386989806277</c:v>
                </c:pt>
                <c:pt idx="69">
                  <c:v>17823.880241426075</c:v>
                </c:pt>
                <c:pt idx="70">
                  <c:v>14037.422414541417</c:v>
                </c:pt>
                <c:pt idx="71">
                  <c:v>10931.630240063976</c:v>
                </c:pt>
                <c:pt idx="72">
                  <c:v>8424.747135489848</c:v>
                </c:pt>
                <c:pt idx="73">
                  <c:v>6433.3331227319086</c:v>
                </c:pt>
                <c:pt idx="74">
                  <c:v>4877.9742082711427</c:v>
                </c:pt>
                <c:pt idx="75">
                  <c:v>3683.535603622101</c:v>
                </c:pt>
                <c:pt idx="76">
                  <c:v>2781.9239712405974</c:v>
                </c:pt>
                <c:pt idx="77">
                  <c:v>2112.6419694746614</c:v>
                </c:pt>
                <c:pt idx="78">
                  <c:v>1624.695548865049</c:v>
                </c:pt>
                <c:pt idx="79">
                  <c:v>1273.509419832571</c:v>
                </c:pt>
                <c:pt idx="80">
                  <c:v>1023.61037077529</c:v>
                </c:pt>
                <c:pt idx="81">
                  <c:v>846.51719903874391</c:v>
                </c:pt>
                <c:pt idx="82">
                  <c:v>720.01054204893831</c:v>
                </c:pt>
                <c:pt idx="83">
                  <c:v>627.7158173574295</c:v>
                </c:pt>
                <c:pt idx="84">
                  <c:v>556.92103624560309</c:v>
                </c:pt>
                <c:pt idx="85">
                  <c:v>499.01797371165469</c:v>
                </c:pt>
                <c:pt idx="86">
                  <c:v>449.28288113168452</c:v>
                </c:pt>
                <c:pt idx="87">
                  <c:v>404.18976194709001</c:v>
                </c:pt>
                <c:pt idx="88">
                  <c:v>361.64776353482387</c:v>
                </c:pt>
                <c:pt idx="89">
                  <c:v>320.58645729738873</c:v>
                </c:pt>
                <c:pt idx="90">
                  <c:v>281.01404789690463</c:v>
                </c:pt>
                <c:pt idx="91">
                  <c:v>243.02116681548762</c:v>
                </c:pt>
                <c:pt idx="92">
                  <c:v>207.00230657535067</c:v>
                </c:pt>
                <c:pt idx="93">
                  <c:v>173.42130640220341</c:v>
                </c:pt>
                <c:pt idx="94">
                  <c:v>142.66721513333562</c:v>
                </c:pt>
                <c:pt idx="95">
                  <c:v>115.0714801697218</c:v>
                </c:pt>
                <c:pt idx="96">
                  <c:v>90.82549756324731</c:v>
                </c:pt>
                <c:pt idx="97">
                  <c:v>69.987469327096576</c:v>
                </c:pt>
                <c:pt idx="98">
                  <c:v>52.508498367453093</c:v>
                </c:pt>
                <c:pt idx="99">
                  <c:v>38.239099365376831</c:v>
                </c:pt>
                <c:pt idx="100">
                  <c:v>26.937074402984784</c:v>
                </c:pt>
                <c:pt idx="101">
                  <c:v>18.283558945308119</c:v>
                </c:pt>
                <c:pt idx="102">
                  <c:v>11.854082706597069</c:v>
                </c:pt>
                <c:pt idx="103">
                  <c:v>7.3609535448950707</c:v>
                </c:pt>
                <c:pt idx="104">
                  <c:v>4.3093349531723302</c:v>
                </c:pt>
                <c:pt idx="105">
                  <c:v>2.4051483912880931</c:v>
                </c:pt>
                <c:pt idx="106">
                  <c:v>1.2538796994567352</c:v>
                </c:pt>
                <c:pt idx="107">
                  <c:v>0.60577602279846898</c:v>
                </c:pt>
                <c:pt idx="108">
                  <c:v>0.2253577335588586</c:v>
                </c:pt>
                <c:pt idx="109">
                  <c:v>4.0810995029277299E-2</c:v>
                </c:pt>
              </c:numCache>
            </c:numRef>
          </c:val>
          <c:extLst>
            <c:ext xmlns:c16="http://schemas.microsoft.com/office/drawing/2014/chart" uri="{C3380CC4-5D6E-409C-BE32-E72D297353CC}">
              <c16:uniqueId val="{00000000-C748-4D4A-9D4D-2E3D52677531}"/>
            </c:ext>
          </c:extLst>
        </c:ser>
        <c:ser>
          <c:idx val="1"/>
          <c:order val="1"/>
          <c:tx>
            <c:strRef>
              <c:f>ESC0_vs_IPC!$C$3</c:f>
              <c:strCache>
                <c:ptCount val="1"/>
                <c:pt idx="0">
                  <c:v>Flujo_Pago_ESC0</c:v>
                </c:pt>
              </c:strCache>
            </c:strRef>
          </c:tx>
          <c:spPr>
            <a:solidFill>
              <a:schemeClr val="accent6">
                <a:shade val="76000"/>
              </a:schemeClr>
            </a:solidFill>
            <a:ln>
              <a:noFill/>
            </a:ln>
            <a:effectLst/>
          </c:spPr>
          <c:invertIfNegative val="0"/>
          <c:cat>
            <c:strRef>
              <c:f>ESC0_vs_IPC!$A$4:$A$114</c:f>
              <c:strCache>
                <c:ptCount val="110"/>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pt idx="77">
                  <c:v>2101</c:v>
                </c:pt>
                <c:pt idx="78">
                  <c:v>2102</c:v>
                </c:pt>
                <c:pt idx="79">
                  <c:v>2103</c:v>
                </c:pt>
                <c:pt idx="80">
                  <c:v>2104</c:v>
                </c:pt>
                <c:pt idx="81">
                  <c:v>2105</c:v>
                </c:pt>
                <c:pt idx="82">
                  <c:v>2106</c:v>
                </c:pt>
                <c:pt idx="83">
                  <c:v>2107</c:v>
                </c:pt>
                <c:pt idx="84">
                  <c:v>2108</c:v>
                </c:pt>
                <c:pt idx="85">
                  <c:v>2109</c:v>
                </c:pt>
                <c:pt idx="86">
                  <c:v>2110</c:v>
                </c:pt>
                <c:pt idx="87">
                  <c:v>2111</c:v>
                </c:pt>
                <c:pt idx="88">
                  <c:v>2112</c:v>
                </c:pt>
                <c:pt idx="89">
                  <c:v>2113</c:v>
                </c:pt>
                <c:pt idx="90">
                  <c:v>2114</c:v>
                </c:pt>
                <c:pt idx="91">
                  <c:v>2115</c:v>
                </c:pt>
                <c:pt idx="92">
                  <c:v>2116</c:v>
                </c:pt>
                <c:pt idx="93">
                  <c:v>2117</c:v>
                </c:pt>
                <c:pt idx="94">
                  <c:v>2118</c:v>
                </c:pt>
                <c:pt idx="95">
                  <c:v>2119</c:v>
                </c:pt>
                <c:pt idx="96">
                  <c:v>2120</c:v>
                </c:pt>
                <c:pt idx="97">
                  <c:v>2121</c:v>
                </c:pt>
                <c:pt idx="98">
                  <c:v>2122</c:v>
                </c:pt>
                <c:pt idx="99">
                  <c:v>2123</c:v>
                </c:pt>
                <c:pt idx="100">
                  <c:v>2124</c:v>
                </c:pt>
                <c:pt idx="101">
                  <c:v>2125</c:v>
                </c:pt>
                <c:pt idx="102">
                  <c:v>2126</c:v>
                </c:pt>
                <c:pt idx="103">
                  <c:v>2127</c:v>
                </c:pt>
                <c:pt idx="104">
                  <c:v>2128</c:v>
                </c:pt>
                <c:pt idx="105">
                  <c:v>2129</c:v>
                </c:pt>
                <c:pt idx="106">
                  <c:v>2130</c:v>
                </c:pt>
                <c:pt idx="107">
                  <c:v>2131</c:v>
                </c:pt>
                <c:pt idx="108">
                  <c:v>2132</c:v>
                </c:pt>
                <c:pt idx="109">
                  <c:v>2133</c:v>
                </c:pt>
              </c:strCache>
            </c:strRef>
          </c:cat>
          <c:val>
            <c:numRef>
              <c:f>ESC0_vs_IPC!$C$4:$C$114</c:f>
              <c:numCache>
                <c:formatCode>_-* #,##0_-;\-* #,##0_-;_-* "-"??_-;_-@_-</c:formatCode>
                <c:ptCount val="110"/>
                <c:pt idx="0">
                  <c:v>451102.1432363175</c:v>
                </c:pt>
                <c:pt idx="1">
                  <c:v>513162.4031007851</c:v>
                </c:pt>
                <c:pt idx="2">
                  <c:v>529015.76314436446</c:v>
                </c:pt>
                <c:pt idx="3">
                  <c:v>542995.6949870761</c:v>
                </c:pt>
                <c:pt idx="4">
                  <c:v>557102.02836270945</c:v>
                </c:pt>
                <c:pt idx="5">
                  <c:v>571425.46939469024</c:v>
                </c:pt>
                <c:pt idx="6">
                  <c:v>586212.51460180292</c:v>
                </c:pt>
                <c:pt idx="7">
                  <c:v>601926.94302621181</c:v>
                </c:pt>
                <c:pt idx="8">
                  <c:v>617752.3465921781</c:v>
                </c:pt>
                <c:pt idx="9">
                  <c:v>633333.44294519583</c:v>
                </c:pt>
                <c:pt idx="10">
                  <c:v>648991.84218134894</c:v>
                </c:pt>
                <c:pt idx="11">
                  <c:v>665607.18531124154</c:v>
                </c:pt>
                <c:pt idx="12">
                  <c:v>681776.02245852863</c:v>
                </c:pt>
                <c:pt idx="13">
                  <c:v>697552.47388494341</c:v>
                </c:pt>
                <c:pt idx="14">
                  <c:v>713093.49600395409</c:v>
                </c:pt>
                <c:pt idx="15">
                  <c:v>728304.31054182467</c:v>
                </c:pt>
                <c:pt idx="16">
                  <c:v>743156.33593768172</c:v>
                </c:pt>
                <c:pt idx="17">
                  <c:v>757375.58249499253</c:v>
                </c:pt>
                <c:pt idx="18">
                  <c:v>771822.92854926793</c:v>
                </c:pt>
                <c:pt idx="19">
                  <c:v>785108.97702695359</c:v>
                </c:pt>
                <c:pt idx="20">
                  <c:v>798254.36288313335</c:v>
                </c:pt>
                <c:pt idx="21">
                  <c:v>811235.28764951846</c:v>
                </c:pt>
                <c:pt idx="22">
                  <c:v>823076.82668489602</c:v>
                </c:pt>
                <c:pt idx="23">
                  <c:v>833947.45681321505</c:v>
                </c:pt>
                <c:pt idx="24">
                  <c:v>844165.28745918511</c:v>
                </c:pt>
                <c:pt idx="25">
                  <c:v>853231.60775280814</c:v>
                </c:pt>
                <c:pt idx="26">
                  <c:v>860873.88851317763</c:v>
                </c:pt>
                <c:pt idx="27">
                  <c:v>866901.91986811813</c:v>
                </c:pt>
                <c:pt idx="28">
                  <c:v>871223.08187152864</c:v>
                </c:pt>
                <c:pt idx="29">
                  <c:v>873739.06525450409</c:v>
                </c:pt>
                <c:pt idx="30">
                  <c:v>874366.10471041105</c:v>
                </c:pt>
                <c:pt idx="31">
                  <c:v>873046.75931271352</c:v>
                </c:pt>
                <c:pt idx="32">
                  <c:v>869724.03508252348</c:v>
                </c:pt>
                <c:pt idx="33">
                  <c:v>864364.83561467892</c:v>
                </c:pt>
                <c:pt idx="34">
                  <c:v>856946.41682557296</c:v>
                </c:pt>
                <c:pt idx="35">
                  <c:v>847474.06154801766</c:v>
                </c:pt>
                <c:pt idx="36">
                  <c:v>835967.99052224681</c:v>
                </c:pt>
                <c:pt idx="37">
                  <c:v>822465.27120371303</c:v>
                </c:pt>
                <c:pt idx="38">
                  <c:v>807008.10320714535</c:v>
                </c:pt>
                <c:pt idx="39">
                  <c:v>789663.3013527717</c:v>
                </c:pt>
                <c:pt idx="40">
                  <c:v>770509.82106798573</c:v>
                </c:pt>
                <c:pt idx="41">
                  <c:v>749655.6517350839</c:v>
                </c:pt>
                <c:pt idx="42">
                  <c:v>727215.1735556135</c:v>
                </c:pt>
                <c:pt idx="43">
                  <c:v>703295.98297397583</c:v>
                </c:pt>
                <c:pt idx="44">
                  <c:v>678019.5266277194</c:v>
                </c:pt>
                <c:pt idx="45">
                  <c:v>651514.76798091317</c:v>
                </c:pt>
                <c:pt idx="46">
                  <c:v>623912.49235332443</c:v>
                </c:pt>
                <c:pt idx="47">
                  <c:v>595349.24855045124</c:v>
                </c:pt>
                <c:pt idx="48">
                  <c:v>565965.62742967915</c:v>
                </c:pt>
                <c:pt idx="49">
                  <c:v>535901.12642687536</c:v>
                </c:pt>
                <c:pt idx="50">
                  <c:v>505299.96129066544</c:v>
                </c:pt>
                <c:pt idx="51">
                  <c:v>474318.86373444466</c:v>
                </c:pt>
                <c:pt idx="52">
                  <c:v>443130.07070653129</c:v>
                </c:pt>
                <c:pt idx="53">
                  <c:v>411904.96177762235</c:v>
                </c:pt>
                <c:pt idx="54">
                  <c:v>380828.524929801</c:v>
                </c:pt>
                <c:pt idx="55">
                  <c:v>350087.86477117846</c:v>
                </c:pt>
                <c:pt idx="56">
                  <c:v>319882.62941756018</c:v>
                </c:pt>
                <c:pt idx="57">
                  <c:v>290405.361291293</c:v>
                </c:pt>
                <c:pt idx="58">
                  <c:v>261838.76791911718</c:v>
                </c:pt>
                <c:pt idx="59">
                  <c:v>234369.39272545226</c:v>
                </c:pt>
                <c:pt idx="60">
                  <c:v>208159.75440610264</c:v>
                </c:pt>
                <c:pt idx="61">
                  <c:v>183357.46960945343</c:v>
                </c:pt>
                <c:pt idx="62">
                  <c:v>160092.79841146184</c:v>
                </c:pt>
                <c:pt idx="63">
                  <c:v>138475.80912282108</c:v>
                </c:pt>
                <c:pt idx="64">
                  <c:v>118592.40649803707</c:v>
                </c:pt>
                <c:pt idx="65">
                  <c:v>100499.36686612648</c:v>
                </c:pt>
                <c:pt idx="66">
                  <c:v>84231.980072840684</c:v>
                </c:pt>
                <c:pt idx="67">
                  <c:v>69790.554124383212</c:v>
                </c:pt>
                <c:pt idx="68">
                  <c:v>57138.866329566874</c:v>
                </c:pt>
                <c:pt idx="69">
                  <c:v>46218.104158151007</c:v>
                </c:pt>
                <c:pt idx="70">
                  <c:v>36929.786817689455</c:v>
                </c:pt>
                <c:pt idx="71">
                  <c:v>29154.074574641509</c:v>
                </c:pt>
                <c:pt idx="72">
                  <c:v>22752.668039006501</c:v>
                </c:pt>
                <c:pt idx="73">
                  <c:v>17572.903751853562</c:v>
                </c:pt>
                <c:pt idx="74">
                  <c:v>13457.963539149037</c:v>
                </c:pt>
                <c:pt idx="75">
                  <c:v>10247.722013641711</c:v>
                </c:pt>
                <c:pt idx="76">
                  <c:v>7789.3647321192238</c:v>
                </c:pt>
                <c:pt idx="77">
                  <c:v>5942.6689335954325</c:v>
                </c:pt>
                <c:pt idx="78">
                  <c:v>4582.5826868402637</c:v>
                </c:pt>
                <c:pt idx="79">
                  <c:v>3596.4819573377358</c:v>
                </c:pt>
                <c:pt idx="80">
                  <c:v>2893.5880479497287</c:v>
                </c:pt>
                <c:pt idx="81">
                  <c:v>2397.3589018054045</c:v>
                </c:pt>
                <c:pt idx="82">
                  <c:v>2046.7270246224627</c:v>
                </c:pt>
                <c:pt idx="83">
                  <c:v>1795.8783942221889</c:v>
                </c:pt>
                <c:pt idx="84">
                  <c:v>1607.9601213026415</c:v>
                </c:pt>
                <c:pt idx="85">
                  <c:v>1457.80637912214</c:v>
                </c:pt>
                <c:pt idx="86">
                  <c:v>1329.7356765978784</c:v>
                </c:pt>
                <c:pt idx="87">
                  <c:v>1213.2794656094597</c:v>
                </c:pt>
                <c:pt idx="88">
                  <c:v>1101.534745660015</c:v>
                </c:pt>
                <c:pt idx="89">
                  <c:v>990.88020683677075</c:v>
                </c:pt>
                <c:pt idx="90">
                  <c:v>881.09861436782819</c:v>
                </c:pt>
                <c:pt idx="91">
                  <c:v>772.44427363013699</c:v>
                </c:pt>
                <c:pt idx="92">
                  <c:v>666.43398001239962</c:v>
                </c:pt>
                <c:pt idx="93">
                  <c:v>564.96263479352638</c:v>
                </c:pt>
                <c:pt idx="94">
                  <c:v>469.7697358733671</c:v>
                </c:pt>
                <c:pt idx="95">
                  <c:v>382.51578959103369</c:v>
                </c:pt>
                <c:pt idx="96">
                  <c:v>304.43660143743688</c:v>
                </c:pt>
                <c:pt idx="97">
                  <c:v>236.29372189383264</c:v>
                </c:pt>
                <c:pt idx="98">
                  <c:v>178.39972841308003</c:v>
                </c:pt>
                <c:pt idx="99">
                  <c:v>130.62653249055091</c:v>
                </c:pt>
                <c:pt idx="100">
                  <c:v>92.444181906091927</c:v>
                </c:pt>
                <c:pt idx="101">
                  <c:v>62.986011454287386</c:v>
                </c:pt>
                <c:pt idx="102">
                  <c:v>40.888341900429914</c:v>
                </c:pt>
                <c:pt idx="103">
                  <c:v>25.434582858064154</c:v>
                </c:pt>
                <c:pt idx="104">
                  <c:v>14.85706895825809</c:v>
                </c:pt>
                <c:pt idx="105">
                  <c:v>8.3051530979313295</c:v>
                </c:pt>
                <c:pt idx="106">
                  <c:v>4.3270819379442997</c:v>
                </c:pt>
                <c:pt idx="107">
                  <c:v>2.0847385777430798</c:v>
                </c:pt>
                <c:pt idx="108">
                  <c:v>0.66232299709771103</c:v>
                </c:pt>
                <c:pt idx="109">
                  <c:v>0.102113680958153</c:v>
                </c:pt>
              </c:numCache>
            </c:numRef>
          </c:val>
          <c:extLst>
            <c:ext xmlns:c16="http://schemas.microsoft.com/office/drawing/2014/chart" uri="{C3380CC4-5D6E-409C-BE32-E72D297353CC}">
              <c16:uniqueId val="{00000001-C748-4D4A-9D4D-2E3D52677531}"/>
            </c:ext>
          </c:extLst>
        </c:ser>
        <c:dLbls>
          <c:showLegendKey val="0"/>
          <c:showVal val="0"/>
          <c:showCatName val="0"/>
          <c:showSerName val="0"/>
          <c:showPercent val="0"/>
          <c:showBubbleSize val="0"/>
        </c:dLbls>
        <c:gapWidth val="219"/>
        <c:overlap val="-27"/>
        <c:axId val="383012703"/>
        <c:axId val="383014143"/>
      </c:barChart>
      <c:catAx>
        <c:axId val="3830127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383014143"/>
        <c:crosses val="autoZero"/>
        <c:auto val="1"/>
        <c:lblAlgn val="ctr"/>
        <c:lblOffset val="100"/>
        <c:noMultiLvlLbl val="0"/>
      </c:catAx>
      <c:valAx>
        <c:axId val="383014143"/>
        <c:scaling>
          <c:orientation val="minMax"/>
          <c:max val="1400000"/>
          <c:min val="0"/>
        </c:scaling>
        <c:delete val="0"/>
        <c:axPos val="l"/>
        <c:numFmt formatCode="_-* #,##0_-;\-* #,##0_-;_-* &quot;-&quot;??_-;_-@_-"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383012703"/>
        <c:crosses val="autoZero"/>
        <c:crossBetween val="between"/>
      </c:valAx>
      <c:spPr>
        <a:noFill/>
        <a:ln>
          <a:noFill/>
        </a:ln>
        <a:effectLst/>
      </c:spPr>
    </c:plotArea>
    <c:legend>
      <c:legendPos val="r"/>
      <c:layout>
        <c:manualLayout>
          <c:xMode val="edge"/>
          <c:yMode val="edge"/>
          <c:x val="0.25587483595800525"/>
          <c:y val="0.90713701851435768"/>
          <c:w val="0.48688807124440814"/>
          <c:h val="8.4769007532595003E-2"/>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8"/>
    </mc:Choice>
    <mc:Fallback>
      <c:style val="8"/>
    </mc:Fallback>
  </mc:AlternateContent>
  <c:pivotSource>
    <c:name>[Flujos_Pago_01_2024.xlsx]TD!TablaDinámica35</c:name>
    <c:fmtId val="-1"/>
  </c:pivotSource>
  <c:chart>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201477068566954"/>
          <c:y val="9.5440395531953853E-2"/>
          <c:w val="0.8713770845918366"/>
          <c:h val="0.72111066116735412"/>
        </c:manualLayout>
      </c:layout>
      <c:barChart>
        <c:barDir val="col"/>
        <c:grouping val="clustered"/>
        <c:varyColors val="0"/>
        <c:ser>
          <c:idx val="0"/>
          <c:order val="0"/>
          <c:tx>
            <c:strRef>
              <c:f>TD!$B$3</c:f>
              <c:strCache>
                <c:ptCount val="1"/>
                <c:pt idx="0">
                  <c:v>Flujo_Pago_R_1</c:v>
                </c:pt>
              </c:strCache>
            </c:strRef>
          </c:tx>
          <c:spPr>
            <a:solidFill>
              <a:schemeClr val="accent6">
                <a:shade val="76000"/>
              </a:schemeClr>
            </a:solidFill>
            <a:ln>
              <a:noFill/>
            </a:ln>
            <a:effectLst/>
          </c:spPr>
          <c:invertIfNegative val="0"/>
          <c:cat>
            <c:strRef>
              <c:f>TD!$A$4:$A$115</c:f>
              <c:strCache>
                <c:ptCount val="111"/>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pt idx="77">
                  <c:v>2101</c:v>
                </c:pt>
                <c:pt idx="78">
                  <c:v>2102</c:v>
                </c:pt>
                <c:pt idx="79">
                  <c:v>2103</c:v>
                </c:pt>
                <c:pt idx="80">
                  <c:v>2104</c:v>
                </c:pt>
                <c:pt idx="81">
                  <c:v>2105</c:v>
                </c:pt>
                <c:pt idx="82">
                  <c:v>2106</c:v>
                </c:pt>
                <c:pt idx="83">
                  <c:v>2107</c:v>
                </c:pt>
                <c:pt idx="84">
                  <c:v>2108</c:v>
                </c:pt>
                <c:pt idx="85">
                  <c:v>2109</c:v>
                </c:pt>
                <c:pt idx="86">
                  <c:v>2110</c:v>
                </c:pt>
                <c:pt idx="87">
                  <c:v>2111</c:v>
                </c:pt>
                <c:pt idx="88">
                  <c:v>2112</c:v>
                </c:pt>
                <c:pt idx="89">
                  <c:v>2113</c:v>
                </c:pt>
                <c:pt idx="90">
                  <c:v>2114</c:v>
                </c:pt>
                <c:pt idx="91">
                  <c:v>2115</c:v>
                </c:pt>
                <c:pt idx="92">
                  <c:v>2116</c:v>
                </c:pt>
                <c:pt idx="93">
                  <c:v>2117</c:v>
                </c:pt>
                <c:pt idx="94">
                  <c:v>2118</c:v>
                </c:pt>
                <c:pt idx="95">
                  <c:v>2119</c:v>
                </c:pt>
                <c:pt idx="96">
                  <c:v>2120</c:v>
                </c:pt>
                <c:pt idx="97">
                  <c:v>2121</c:v>
                </c:pt>
                <c:pt idx="98">
                  <c:v>2122</c:v>
                </c:pt>
                <c:pt idx="99">
                  <c:v>2123</c:v>
                </c:pt>
                <c:pt idx="100">
                  <c:v>2124</c:v>
                </c:pt>
                <c:pt idx="101">
                  <c:v>2125</c:v>
                </c:pt>
                <c:pt idx="102">
                  <c:v>2126</c:v>
                </c:pt>
                <c:pt idx="103">
                  <c:v>2127</c:v>
                </c:pt>
                <c:pt idx="104">
                  <c:v>2128</c:v>
                </c:pt>
                <c:pt idx="105">
                  <c:v>2129</c:v>
                </c:pt>
                <c:pt idx="106">
                  <c:v>2130</c:v>
                </c:pt>
                <c:pt idx="107">
                  <c:v>2131</c:v>
                </c:pt>
                <c:pt idx="108">
                  <c:v>2132</c:v>
                </c:pt>
                <c:pt idx="109">
                  <c:v>2133</c:v>
                </c:pt>
                <c:pt idx="110">
                  <c:v>2134</c:v>
                </c:pt>
              </c:strCache>
            </c:strRef>
          </c:cat>
          <c:val>
            <c:numRef>
              <c:f>TD!$B$4:$B$115</c:f>
              <c:numCache>
                <c:formatCode>_-* #,##0_-;\-* #,##0_-;_-* "-"??_-;_-@_-</c:formatCode>
                <c:ptCount val="111"/>
                <c:pt idx="0">
                  <c:v>410440.09328456124</c:v>
                </c:pt>
                <c:pt idx="1">
                  <c:v>497900.35676127393</c:v>
                </c:pt>
                <c:pt idx="2">
                  <c:v>519125.7238185273</c:v>
                </c:pt>
                <c:pt idx="3">
                  <c:v>540970.75768771756</c:v>
                </c:pt>
                <c:pt idx="4">
                  <c:v>563723.56524488004</c:v>
                </c:pt>
                <c:pt idx="5">
                  <c:v>586689.62708388793</c:v>
                </c:pt>
                <c:pt idx="6">
                  <c:v>609907.87118924269</c:v>
                </c:pt>
                <c:pt idx="7">
                  <c:v>633779.13804753916</c:v>
                </c:pt>
                <c:pt idx="8">
                  <c:v>657703.0707097908</c:v>
                </c:pt>
                <c:pt idx="9">
                  <c:v>682173.66657668049</c:v>
                </c:pt>
                <c:pt idx="10">
                  <c:v>707913.05512862839</c:v>
                </c:pt>
                <c:pt idx="11">
                  <c:v>733741.56403611263</c:v>
                </c:pt>
                <c:pt idx="12">
                  <c:v>760544.34585429414</c:v>
                </c:pt>
                <c:pt idx="13">
                  <c:v>787765.14386387903</c:v>
                </c:pt>
                <c:pt idx="14">
                  <c:v>814898.35596379312</c:v>
                </c:pt>
                <c:pt idx="15">
                  <c:v>842312.4239375426</c:v>
                </c:pt>
                <c:pt idx="16">
                  <c:v>869345.99198088539</c:v>
                </c:pt>
                <c:pt idx="17">
                  <c:v>896934.73375326465</c:v>
                </c:pt>
                <c:pt idx="18">
                  <c:v>924019.38926557812</c:v>
                </c:pt>
                <c:pt idx="19">
                  <c:v>950831.82914545352</c:v>
                </c:pt>
                <c:pt idx="20">
                  <c:v>977998.65960709553</c:v>
                </c:pt>
                <c:pt idx="21">
                  <c:v>1004429.2932292984</c:v>
                </c:pt>
                <c:pt idx="22">
                  <c:v>1029895.0870610306</c:v>
                </c:pt>
                <c:pt idx="23">
                  <c:v>1054854.0317427574</c:v>
                </c:pt>
                <c:pt idx="24">
                  <c:v>1078899.460278349</c:v>
                </c:pt>
                <c:pt idx="25">
                  <c:v>1101545.1788861728</c:v>
                </c:pt>
                <c:pt idx="26">
                  <c:v>1122523.3594005634</c:v>
                </c:pt>
                <c:pt idx="27">
                  <c:v>1141631.2699214958</c:v>
                </c:pt>
                <c:pt idx="28">
                  <c:v>1158675.4256421565</c:v>
                </c:pt>
                <c:pt idx="29">
                  <c:v>1173470.6878828641</c:v>
                </c:pt>
                <c:pt idx="30">
                  <c:v>1185842.2102920106</c:v>
                </c:pt>
                <c:pt idx="31">
                  <c:v>1195629.7249789133</c:v>
                </c:pt>
                <c:pt idx="32">
                  <c:v>1202685.1072778141</c:v>
                </c:pt>
                <c:pt idx="33">
                  <c:v>1206876.7384275189</c:v>
                </c:pt>
                <c:pt idx="34">
                  <c:v>1208091.8688649787</c:v>
                </c:pt>
                <c:pt idx="35">
                  <c:v>1206238.7127425587</c:v>
                </c:pt>
                <c:pt idx="36">
                  <c:v>1201247.3681388695</c:v>
                </c:pt>
                <c:pt idx="37">
                  <c:v>1193073.1518967245</c:v>
                </c:pt>
                <c:pt idx="38">
                  <c:v>1181694.6379555077</c:v>
                </c:pt>
                <c:pt idx="39">
                  <c:v>1167116.4707591471</c:v>
                </c:pt>
                <c:pt idx="40">
                  <c:v>1149369.4271477659</c:v>
                </c:pt>
                <c:pt idx="41">
                  <c:v>1128508.2279462507</c:v>
                </c:pt>
                <c:pt idx="42">
                  <c:v>1104610.2794039119</c:v>
                </c:pt>
                <c:pt idx="43">
                  <c:v>1077773.1097919648</c:v>
                </c:pt>
                <c:pt idx="44">
                  <c:v>1048113.1751614182</c:v>
                </c:pt>
                <c:pt idx="45">
                  <c:v>1015763.5333374783</c:v>
                </c:pt>
                <c:pt idx="46">
                  <c:v>980873.18359170004</c:v>
                </c:pt>
                <c:pt idx="47">
                  <c:v>943605.17280127818</c:v>
                </c:pt>
                <c:pt idx="48">
                  <c:v>904139.32206337538</c:v>
                </c:pt>
                <c:pt idx="49">
                  <c:v>862675.28692064865</c:v>
                </c:pt>
                <c:pt idx="50">
                  <c:v>819436.66598501103</c:v>
                </c:pt>
                <c:pt idx="51">
                  <c:v>774675.387854564</c:v>
                </c:pt>
                <c:pt idx="52">
                  <c:v>728673.15012436255</c:v>
                </c:pt>
                <c:pt idx="53">
                  <c:v>681737.7368713629</c:v>
                </c:pt>
                <c:pt idx="54">
                  <c:v>634199.21488848305</c:v>
                </c:pt>
                <c:pt idx="55">
                  <c:v>586411.8144479075</c:v>
                </c:pt>
                <c:pt idx="56">
                  <c:v>538744.73933412891</c:v>
                </c:pt>
                <c:pt idx="57">
                  <c:v>491572.19836017152</c:v>
                </c:pt>
                <c:pt idx="58">
                  <c:v>445270.79184470989</c:v>
                </c:pt>
                <c:pt idx="59">
                  <c:v>400211.09207080945</c:v>
                </c:pt>
                <c:pt idx="60">
                  <c:v>356749.01177858026</c:v>
                </c:pt>
                <c:pt idx="61">
                  <c:v>315219.24934819061</c:v>
                </c:pt>
                <c:pt idx="62">
                  <c:v>275928.40205664525</c:v>
                </c:pt>
                <c:pt idx="63">
                  <c:v>239149.07659855174</c:v>
                </c:pt>
                <c:pt idx="64">
                  <c:v>205108.83853776607</c:v>
                </c:pt>
                <c:pt idx="65">
                  <c:v>173985.47879880937</c:v>
                </c:pt>
                <c:pt idx="66">
                  <c:v>145901.30000402153</c:v>
                </c:pt>
                <c:pt idx="67">
                  <c:v>120908.3274133544</c:v>
                </c:pt>
                <c:pt idx="68">
                  <c:v>98989.672874874566</c:v>
                </c:pt>
                <c:pt idx="69">
                  <c:v>80064.70361895868</c:v>
                </c:pt>
                <c:pt idx="70">
                  <c:v>63984.581507840594</c:v>
                </c:pt>
                <c:pt idx="71">
                  <c:v>50551.888959784766</c:v>
                </c:pt>
                <c:pt idx="72">
                  <c:v>39524.981803702998</c:v>
                </c:pt>
                <c:pt idx="73">
                  <c:v>30636.54040030943</c:v>
                </c:pt>
                <c:pt idx="74">
                  <c:v>23606.30624099556</c:v>
                </c:pt>
                <c:pt idx="75">
                  <c:v>18148.268529967114</c:v>
                </c:pt>
                <c:pt idx="76">
                  <c:v>13992.641930867676</c:v>
                </c:pt>
                <c:pt idx="77">
                  <c:v>10892.955314495099</c:v>
                </c:pt>
                <c:pt idx="78">
                  <c:v>8623.7193839477695</c:v>
                </c:pt>
                <c:pt idx="79">
                  <c:v>6990.9089263308133</c:v>
                </c:pt>
                <c:pt idx="80">
                  <c:v>5832.8156551008942</c:v>
                </c:pt>
                <c:pt idx="81">
                  <c:v>5017.2267018755938</c:v>
                </c:pt>
                <c:pt idx="82">
                  <c:v>4438.3337702936851</c:v>
                </c:pt>
                <c:pt idx="83">
                  <c:v>4014.9662618501293</c:v>
                </c:pt>
                <c:pt idx="84">
                  <c:v>3686.3741032812054</c:v>
                </c:pt>
                <c:pt idx="85">
                  <c:v>3409.858931039385</c:v>
                </c:pt>
                <c:pt idx="86">
                  <c:v>3157.3759811158407</c:v>
                </c:pt>
                <c:pt idx="87">
                  <c:v>2912.0067216922616</c:v>
                </c:pt>
                <c:pt idx="88">
                  <c:v>2663.1353283128465</c:v>
                </c:pt>
                <c:pt idx="89">
                  <c:v>2406.3633097731513</c:v>
                </c:pt>
                <c:pt idx="90">
                  <c:v>2142.6349529254862</c:v>
                </c:pt>
                <c:pt idx="91">
                  <c:v>1875.256127977289</c:v>
                </c:pt>
                <c:pt idx="92">
                  <c:v>1609.6544948414596</c:v>
                </c:pt>
                <c:pt idx="93">
                  <c:v>1352.568758293972</c:v>
                </c:pt>
                <c:pt idx="94">
                  <c:v>1110.1586805443255</c:v>
                </c:pt>
                <c:pt idx="95">
                  <c:v>888.09665564540865</c:v>
                </c:pt>
                <c:pt idx="96">
                  <c:v>690.79666500260907</c:v>
                </c:pt>
                <c:pt idx="97">
                  <c:v>521.1284984306634</c:v>
                </c:pt>
                <c:pt idx="98">
                  <c:v>380.22061590497458</c:v>
                </c:pt>
                <c:pt idx="99">
                  <c:v>267.46984369194928</c:v>
                </c:pt>
                <c:pt idx="100">
                  <c:v>180.76556204514688</c:v>
                </c:pt>
                <c:pt idx="101">
                  <c:v>116.8964846555194</c:v>
                </c:pt>
                <c:pt idx="102">
                  <c:v>71.992343644032147</c:v>
                </c:pt>
                <c:pt idx="103">
                  <c:v>41.603100685856901</c:v>
                </c:pt>
                <c:pt idx="104">
                  <c:v>22.351655316414799</c:v>
                </c:pt>
                <c:pt idx="105">
                  <c:v>11.573813735754499</c:v>
                </c:pt>
                <c:pt idx="106">
                  <c:v>5.5248313097894393</c:v>
                </c:pt>
                <c:pt idx="107">
                  <c:v>2.1578942418276204</c:v>
                </c:pt>
                <c:pt idx="108">
                  <c:v>0.403606064915915</c:v>
                </c:pt>
                <c:pt idx="109">
                  <c:v>0</c:v>
                </c:pt>
                <c:pt idx="110">
                  <c:v>0</c:v>
                </c:pt>
              </c:numCache>
            </c:numRef>
          </c:val>
          <c:extLst>
            <c:ext xmlns:c16="http://schemas.microsoft.com/office/drawing/2014/chart" uri="{C3380CC4-5D6E-409C-BE32-E72D297353CC}">
              <c16:uniqueId val="{00000000-E750-46CB-870A-1279D0E58CB7}"/>
            </c:ext>
          </c:extLst>
        </c:ser>
        <c:ser>
          <c:idx val="1"/>
          <c:order val="1"/>
          <c:tx>
            <c:strRef>
              <c:f>TD!$C$3</c:f>
              <c:strCache>
                <c:ptCount val="1"/>
                <c:pt idx="0">
                  <c:v>Flujo_Pago_R_2</c:v>
                </c:pt>
              </c:strCache>
            </c:strRef>
          </c:tx>
          <c:spPr>
            <a:solidFill>
              <a:schemeClr val="accent6">
                <a:tint val="77000"/>
              </a:schemeClr>
            </a:solidFill>
            <a:ln>
              <a:noFill/>
            </a:ln>
            <a:effectLst/>
          </c:spPr>
          <c:invertIfNegative val="0"/>
          <c:cat>
            <c:strRef>
              <c:f>TD!$A$4:$A$115</c:f>
              <c:strCache>
                <c:ptCount val="111"/>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pt idx="77">
                  <c:v>2101</c:v>
                </c:pt>
                <c:pt idx="78">
                  <c:v>2102</c:v>
                </c:pt>
                <c:pt idx="79">
                  <c:v>2103</c:v>
                </c:pt>
                <c:pt idx="80">
                  <c:v>2104</c:v>
                </c:pt>
                <c:pt idx="81">
                  <c:v>2105</c:v>
                </c:pt>
                <c:pt idx="82">
                  <c:v>2106</c:v>
                </c:pt>
                <c:pt idx="83">
                  <c:v>2107</c:v>
                </c:pt>
                <c:pt idx="84">
                  <c:v>2108</c:v>
                </c:pt>
                <c:pt idx="85">
                  <c:v>2109</c:v>
                </c:pt>
                <c:pt idx="86">
                  <c:v>2110</c:v>
                </c:pt>
                <c:pt idx="87">
                  <c:v>2111</c:v>
                </c:pt>
                <c:pt idx="88">
                  <c:v>2112</c:v>
                </c:pt>
                <c:pt idx="89">
                  <c:v>2113</c:v>
                </c:pt>
                <c:pt idx="90">
                  <c:v>2114</c:v>
                </c:pt>
                <c:pt idx="91">
                  <c:v>2115</c:v>
                </c:pt>
                <c:pt idx="92">
                  <c:v>2116</c:v>
                </c:pt>
                <c:pt idx="93">
                  <c:v>2117</c:v>
                </c:pt>
                <c:pt idx="94">
                  <c:v>2118</c:v>
                </c:pt>
                <c:pt idx="95">
                  <c:v>2119</c:v>
                </c:pt>
                <c:pt idx="96">
                  <c:v>2120</c:v>
                </c:pt>
                <c:pt idx="97">
                  <c:v>2121</c:v>
                </c:pt>
                <c:pt idx="98">
                  <c:v>2122</c:v>
                </c:pt>
                <c:pt idx="99">
                  <c:v>2123</c:v>
                </c:pt>
                <c:pt idx="100">
                  <c:v>2124</c:v>
                </c:pt>
                <c:pt idx="101">
                  <c:v>2125</c:v>
                </c:pt>
                <c:pt idx="102">
                  <c:v>2126</c:v>
                </c:pt>
                <c:pt idx="103">
                  <c:v>2127</c:v>
                </c:pt>
                <c:pt idx="104">
                  <c:v>2128</c:v>
                </c:pt>
                <c:pt idx="105">
                  <c:v>2129</c:v>
                </c:pt>
                <c:pt idx="106">
                  <c:v>2130</c:v>
                </c:pt>
                <c:pt idx="107">
                  <c:v>2131</c:v>
                </c:pt>
                <c:pt idx="108">
                  <c:v>2132</c:v>
                </c:pt>
                <c:pt idx="109">
                  <c:v>2133</c:v>
                </c:pt>
                <c:pt idx="110">
                  <c:v>2134</c:v>
                </c:pt>
              </c:strCache>
            </c:strRef>
          </c:cat>
          <c:val>
            <c:numRef>
              <c:f>TD!$C$4:$C$115</c:f>
              <c:numCache>
                <c:formatCode>_-* #,##0_-;\-* #,##0_-;_-* "-"??_-;_-@_-</c:formatCode>
                <c:ptCount val="111"/>
                <c:pt idx="0">
                  <c:v>411652.01983572572</c:v>
                </c:pt>
                <c:pt idx="1">
                  <c:v>499203.17976552848</c:v>
                </c:pt>
                <c:pt idx="2">
                  <c:v>521549.48258803179</c:v>
                </c:pt>
                <c:pt idx="3">
                  <c:v>544651.3103906078</c:v>
                </c:pt>
                <c:pt idx="4">
                  <c:v>568646.47818213026</c:v>
                </c:pt>
                <c:pt idx="5">
                  <c:v>592930.10229956091</c:v>
                </c:pt>
                <c:pt idx="6">
                  <c:v>617557.05704388814</c:v>
                </c:pt>
                <c:pt idx="7">
                  <c:v>642935.95942839549</c:v>
                </c:pt>
                <c:pt idx="8">
                  <c:v>668417.32609476661</c:v>
                </c:pt>
                <c:pt idx="9">
                  <c:v>694419.88808676961</c:v>
                </c:pt>
                <c:pt idx="10">
                  <c:v>721680.14809053415</c:v>
                </c:pt>
                <c:pt idx="11">
                  <c:v>748978.78018220025</c:v>
                </c:pt>
                <c:pt idx="12">
                  <c:v>776475.80959217332</c:v>
                </c:pt>
                <c:pt idx="13">
                  <c:v>804268.16915640642</c:v>
                </c:pt>
                <c:pt idx="14">
                  <c:v>831976.35419323668</c:v>
                </c:pt>
                <c:pt idx="15">
                  <c:v>859966.57970041747</c:v>
                </c:pt>
                <c:pt idx="16">
                  <c:v>887566.94987783767</c:v>
                </c:pt>
                <c:pt idx="17">
                  <c:v>915730.69348095066</c:v>
                </c:pt>
                <c:pt idx="18">
                  <c:v>943384.48876487685</c:v>
                </c:pt>
                <c:pt idx="19">
                  <c:v>970753.5933755358</c:v>
                </c:pt>
                <c:pt idx="20">
                  <c:v>998482.9603006111</c:v>
                </c:pt>
                <c:pt idx="21">
                  <c:v>1025456.8624824756</c:v>
                </c:pt>
                <c:pt idx="22">
                  <c:v>1051446.2530447273</c:v>
                </c:pt>
                <c:pt idx="23">
                  <c:v>1076916.3967728</c:v>
                </c:pt>
                <c:pt idx="24">
                  <c:v>1101453.7200788758</c:v>
                </c:pt>
                <c:pt idx="25">
                  <c:v>1124560.6035419209</c:v>
                </c:pt>
                <c:pt idx="26">
                  <c:v>1145963.7981973363</c:v>
                </c:pt>
                <c:pt idx="27">
                  <c:v>1165456.4842585041</c:v>
                </c:pt>
                <c:pt idx="28">
                  <c:v>1182841.0862557169</c:v>
                </c:pt>
                <c:pt idx="29">
                  <c:v>1197928.7024013267</c:v>
                </c:pt>
                <c:pt idx="30">
                  <c:v>1210540.8720328875</c:v>
                </c:pt>
                <c:pt idx="31">
                  <c:v>1220514.0436840444</c:v>
                </c:pt>
                <c:pt idx="32">
                  <c:v>1227697.0822800575</c:v>
                </c:pt>
                <c:pt idx="33">
                  <c:v>1231955.7092041245</c:v>
                </c:pt>
                <c:pt idx="34">
                  <c:v>1233174.9223409388</c:v>
                </c:pt>
                <c:pt idx="35">
                  <c:v>1231261.1347513373</c:v>
                </c:pt>
                <c:pt idx="36">
                  <c:v>1226143.0973738672</c:v>
                </c:pt>
                <c:pt idx="37">
                  <c:v>1217775.3156212694</c:v>
                </c:pt>
                <c:pt idx="38">
                  <c:v>1206136.0489608082</c:v>
                </c:pt>
                <c:pt idx="39">
                  <c:v>1191230.1900300342</c:v>
                </c:pt>
                <c:pt idx="40">
                  <c:v>1173089.341228721</c:v>
                </c:pt>
                <c:pt idx="41">
                  <c:v>1151769.5805406019</c:v>
                </c:pt>
                <c:pt idx="42">
                  <c:v>1127350.1780977289</c:v>
                </c:pt>
                <c:pt idx="43">
                  <c:v>1099930.982219039</c:v>
                </c:pt>
                <c:pt idx="44">
                  <c:v>1069631.1999793865</c:v>
                </c:pt>
                <c:pt idx="45">
                  <c:v>1036587.0111993523</c:v>
                </c:pt>
                <c:pt idx="46">
                  <c:v>1000950.8898600277</c:v>
                </c:pt>
                <c:pt idx="47">
                  <c:v>962889.6575591967</c:v>
                </c:pt>
                <c:pt idx="48">
                  <c:v>922587.24892271776</c:v>
                </c:pt>
                <c:pt idx="49">
                  <c:v>880247.81445336936</c:v>
                </c:pt>
                <c:pt idx="50">
                  <c:v>836099.89682288852</c:v>
                </c:pt>
                <c:pt idx="51">
                  <c:v>790400.93731038983</c:v>
                </c:pt>
                <c:pt idx="52">
                  <c:v>743438.71147575241</c:v>
                </c:pt>
                <c:pt idx="53">
                  <c:v>695527.34630459349</c:v>
                </c:pt>
                <c:pt idx="54">
                  <c:v>647003.89259698906</c:v>
                </c:pt>
                <c:pt idx="55">
                  <c:v>598230.07511000929</c:v>
                </c:pt>
                <c:pt idx="56">
                  <c:v>549582.3151138298</c:v>
                </c:pt>
                <c:pt idx="57">
                  <c:v>501442.41998583224</c:v>
                </c:pt>
                <c:pt idx="58">
                  <c:v>454194.64248618059</c:v>
                </c:pt>
                <c:pt idx="59">
                  <c:v>408217.02912624716</c:v>
                </c:pt>
                <c:pt idx="60">
                  <c:v>363872.6008622832</c:v>
                </c:pt>
                <c:pt idx="61">
                  <c:v>321502.70022659918</c:v>
                </c:pt>
                <c:pt idx="62">
                  <c:v>281419.91664247826</c:v>
                </c:pt>
                <c:pt idx="63">
                  <c:v>243902.06210137726</c:v>
                </c:pt>
                <c:pt idx="64">
                  <c:v>209180.88354348185</c:v>
                </c:pt>
                <c:pt idx="65">
                  <c:v>177437.23101766719</c:v>
                </c:pt>
                <c:pt idx="66">
                  <c:v>148795.2976704764</c:v>
                </c:pt>
                <c:pt idx="67">
                  <c:v>123307.55569111173</c:v>
                </c:pt>
                <c:pt idx="68">
                  <c:v>100956.16863631205</c:v>
                </c:pt>
                <c:pt idx="69">
                  <c:v>81658.336472930532</c:v>
                </c:pt>
                <c:pt idx="70">
                  <c:v>65261.757464117545</c:v>
                </c:pt>
                <c:pt idx="71">
                  <c:v>51564.746995873073</c:v>
                </c:pt>
                <c:pt idx="72">
                  <c:v>40320.638785443916</c:v>
                </c:pt>
                <c:pt idx="73">
                  <c:v>31256.707359920299</c:v>
                </c:pt>
                <c:pt idx="74">
                  <c:v>24087.133394229186</c:v>
                </c:pt>
                <c:pt idx="75">
                  <c:v>18520.34707759758</c:v>
                </c:pt>
                <c:pt idx="76">
                  <c:v>14281.359019911833</c:v>
                </c:pt>
                <c:pt idx="77">
                  <c:v>11118.983577979237</c:v>
                </c:pt>
                <c:pt idx="78">
                  <c:v>8803.4545671474261</c:v>
                </c:pt>
                <c:pt idx="79">
                  <c:v>7136.9998462331541</c:v>
                </c:pt>
                <c:pt idx="80">
                  <c:v>5954.8088690388831</c:v>
                </c:pt>
                <c:pt idx="81">
                  <c:v>5122.0941948205245</c:v>
                </c:pt>
                <c:pt idx="82">
                  <c:v>4530.9529509479116</c:v>
                </c:pt>
                <c:pt idx="83">
                  <c:v>4098.5913611942578</c:v>
                </c:pt>
                <c:pt idx="84">
                  <c:v>3763.0407913493759</c:v>
                </c:pt>
                <c:pt idx="85">
                  <c:v>3480.7264284848393</c:v>
                </c:pt>
                <c:pt idx="86">
                  <c:v>3223.007224086507</c:v>
                </c:pt>
                <c:pt idx="87">
                  <c:v>2972.603792437872</c:v>
                </c:pt>
                <c:pt idx="88">
                  <c:v>2718.665668871613</c:v>
                </c:pt>
                <c:pt idx="89">
                  <c:v>2456.688111336201</c:v>
                </c:pt>
                <c:pt idx="90">
                  <c:v>2187.6160311614785</c:v>
                </c:pt>
                <c:pt idx="91">
                  <c:v>1914.8063967487617</c:v>
                </c:pt>
                <c:pt idx="92">
                  <c:v>1643.7856779864067</c:v>
                </c:pt>
                <c:pt idx="93">
                  <c:v>1381.4230131251852</c:v>
                </c:pt>
                <c:pt idx="94">
                  <c:v>1133.9999031838436</c:v>
                </c:pt>
                <c:pt idx="95">
                  <c:v>907.30569209887108</c:v>
                </c:pt>
                <c:pt idx="96">
                  <c:v>705.850244064653</c:v>
                </c:pt>
                <c:pt idx="97">
                  <c:v>532.57170317378598</c:v>
                </c:pt>
                <c:pt idx="98">
                  <c:v>388.63335164849263</c:v>
                </c:pt>
                <c:pt idx="99">
                  <c:v>273.43158093044786</c:v>
                </c:pt>
                <c:pt idx="100">
                  <c:v>184.82275128211322</c:v>
                </c:pt>
                <c:pt idx="101">
                  <c:v>119.53682020667114</c:v>
                </c:pt>
                <c:pt idx="102">
                  <c:v>73.627487027177452</c:v>
                </c:pt>
                <c:pt idx="103">
                  <c:v>42.554721012594086</c:v>
                </c:pt>
                <c:pt idx="104">
                  <c:v>22.867691153081601</c:v>
                </c:pt>
                <c:pt idx="105">
                  <c:v>11.8410200151108</c:v>
                </c:pt>
                <c:pt idx="106">
                  <c:v>5.6523838738850403</c:v>
                </c:pt>
                <c:pt idx="107">
                  <c:v>2.2077138522661501</c:v>
                </c:pt>
                <c:pt idx="108">
                  <c:v>0.41292417538443704</c:v>
                </c:pt>
                <c:pt idx="109">
                  <c:v>0</c:v>
                </c:pt>
                <c:pt idx="110">
                  <c:v>0</c:v>
                </c:pt>
              </c:numCache>
            </c:numRef>
          </c:val>
          <c:extLst>
            <c:ext xmlns:c16="http://schemas.microsoft.com/office/drawing/2014/chart" uri="{C3380CC4-5D6E-409C-BE32-E72D297353CC}">
              <c16:uniqueId val="{00000001-E750-46CB-870A-1279D0E58CB7}"/>
            </c:ext>
          </c:extLst>
        </c:ser>
        <c:dLbls>
          <c:showLegendKey val="0"/>
          <c:showVal val="0"/>
          <c:showCatName val="0"/>
          <c:showSerName val="0"/>
          <c:showPercent val="0"/>
          <c:showBubbleSize val="0"/>
        </c:dLbls>
        <c:gapWidth val="219"/>
        <c:overlap val="-27"/>
        <c:axId val="986127279"/>
        <c:axId val="986128239"/>
      </c:barChart>
      <c:catAx>
        <c:axId val="986127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986128239"/>
        <c:crosses val="autoZero"/>
        <c:auto val="1"/>
        <c:lblAlgn val="ctr"/>
        <c:lblOffset val="100"/>
        <c:noMultiLvlLbl val="0"/>
      </c:catAx>
      <c:valAx>
        <c:axId val="986128239"/>
        <c:scaling>
          <c:orientation val="minMax"/>
        </c:scaling>
        <c:delete val="0"/>
        <c:axPos val="l"/>
        <c:numFmt formatCode="_-* #,##0_-;\-* #,##0_-;_-* &quot;-&quot;??_-;_-@_-"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986127279"/>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legendEntry>
      <c:legendEntry>
        <c:idx val="1"/>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legendEntry>
      <c:layout>
        <c:manualLayout>
          <c:xMode val="edge"/>
          <c:yMode val="edge"/>
          <c:x val="0.30103624246042354"/>
          <c:y val="0.91615268091488566"/>
          <c:w val="0.40703396524006458"/>
          <c:h val="8.1980352455942998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CO"/>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8"/>
    </mc:Choice>
    <mc:Fallback>
      <c:style val="8"/>
    </mc:Fallback>
  </mc:AlternateContent>
  <c:pivotSource>
    <c:name>[1.1.2_flujo_anual_pensiones_vr2024_con_desliza_1_camAux_correcion_aux (1).xlsx]ESC0_vs_OBP!TablaDinámica11</c:name>
    <c:fmtId val="-1"/>
  </c:pivotSource>
  <c:chart>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O"/>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4158314372906907E-2"/>
          <c:y val="8.1686661335126587E-2"/>
          <c:w val="0.87732520428060512"/>
          <c:h val="0.71068920847944739"/>
        </c:manualLayout>
      </c:layout>
      <c:barChart>
        <c:barDir val="col"/>
        <c:grouping val="clustered"/>
        <c:varyColors val="0"/>
        <c:ser>
          <c:idx val="0"/>
          <c:order val="0"/>
          <c:tx>
            <c:strRef>
              <c:f>ESC0_vs_OBP!$B$3</c:f>
              <c:strCache>
                <c:ptCount val="1"/>
                <c:pt idx="0">
                  <c:v>RSV_ESC0</c:v>
                </c:pt>
              </c:strCache>
            </c:strRef>
          </c:tx>
          <c:spPr>
            <a:solidFill>
              <a:schemeClr val="accent6">
                <a:shade val="76000"/>
              </a:schemeClr>
            </a:solidFill>
            <a:ln>
              <a:noFill/>
            </a:ln>
            <a:effectLst/>
          </c:spPr>
          <c:invertIfNegative val="0"/>
          <c:cat>
            <c:strRef>
              <c:f>ESC0_vs_OBP!$A$4:$A$114</c:f>
              <c:strCache>
                <c:ptCount val="110"/>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pt idx="77">
                  <c:v>2101</c:v>
                </c:pt>
                <c:pt idx="78">
                  <c:v>2102</c:v>
                </c:pt>
                <c:pt idx="79">
                  <c:v>2103</c:v>
                </c:pt>
                <c:pt idx="80">
                  <c:v>2104</c:v>
                </c:pt>
                <c:pt idx="81">
                  <c:v>2105</c:v>
                </c:pt>
                <c:pt idx="82">
                  <c:v>2106</c:v>
                </c:pt>
                <c:pt idx="83">
                  <c:v>2107</c:v>
                </c:pt>
                <c:pt idx="84">
                  <c:v>2108</c:v>
                </c:pt>
                <c:pt idx="85">
                  <c:v>2109</c:v>
                </c:pt>
                <c:pt idx="86">
                  <c:v>2110</c:v>
                </c:pt>
                <c:pt idx="87">
                  <c:v>2111</c:v>
                </c:pt>
                <c:pt idx="88">
                  <c:v>2112</c:v>
                </c:pt>
                <c:pt idx="89">
                  <c:v>2113</c:v>
                </c:pt>
                <c:pt idx="90">
                  <c:v>2114</c:v>
                </c:pt>
                <c:pt idx="91">
                  <c:v>2115</c:v>
                </c:pt>
                <c:pt idx="92">
                  <c:v>2116</c:v>
                </c:pt>
                <c:pt idx="93">
                  <c:v>2117</c:v>
                </c:pt>
                <c:pt idx="94">
                  <c:v>2118</c:v>
                </c:pt>
                <c:pt idx="95">
                  <c:v>2119</c:v>
                </c:pt>
                <c:pt idx="96">
                  <c:v>2120</c:v>
                </c:pt>
                <c:pt idx="97">
                  <c:v>2121</c:v>
                </c:pt>
                <c:pt idx="98">
                  <c:v>2122</c:v>
                </c:pt>
                <c:pt idx="99">
                  <c:v>2123</c:v>
                </c:pt>
                <c:pt idx="100">
                  <c:v>2124</c:v>
                </c:pt>
                <c:pt idx="101">
                  <c:v>2125</c:v>
                </c:pt>
                <c:pt idx="102">
                  <c:v>2126</c:v>
                </c:pt>
                <c:pt idx="103">
                  <c:v>2127</c:v>
                </c:pt>
                <c:pt idx="104">
                  <c:v>2128</c:v>
                </c:pt>
                <c:pt idx="105">
                  <c:v>2129</c:v>
                </c:pt>
                <c:pt idx="106">
                  <c:v>2130</c:v>
                </c:pt>
                <c:pt idx="107">
                  <c:v>2131</c:v>
                </c:pt>
                <c:pt idx="108">
                  <c:v>2132</c:v>
                </c:pt>
                <c:pt idx="109">
                  <c:v>2133</c:v>
                </c:pt>
              </c:strCache>
            </c:strRef>
          </c:cat>
          <c:val>
            <c:numRef>
              <c:f>ESC0_vs_OBP!$B$4:$B$114</c:f>
              <c:numCache>
                <c:formatCode>_-* #,##0_-;\-* #,##0_-;_-* "-"??_-;_-@_-</c:formatCode>
                <c:ptCount val="110"/>
                <c:pt idx="0">
                  <c:v>451102.1432363175</c:v>
                </c:pt>
                <c:pt idx="1">
                  <c:v>513162.4031007851</c:v>
                </c:pt>
                <c:pt idx="2">
                  <c:v>529015.76314436446</c:v>
                </c:pt>
                <c:pt idx="3">
                  <c:v>542995.6949870761</c:v>
                </c:pt>
                <c:pt idx="4">
                  <c:v>557102.02836270945</c:v>
                </c:pt>
                <c:pt idx="5">
                  <c:v>571425.46939469024</c:v>
                </c:pt>
                <c:pt idx="6">
                  <c:v>586212.51460180292</c:v>
                </c:pt>
                <c:pt idx="7">
                  <c:v>601926.94302621181</c:v>
                </c:pt>
                <c:pt idx="8">
                  <c:v>617752.3465921781</c:v>
                </c:pt>
                <c:pt idx="9">
                  <c:v>633333.44294519583</c:v>
                </c:pt>
                <c:pt idx="10">
                  <c:v>648991.84218134894</c:v>
                </c:pt>
                <c:pt idx="11">
                  <c:v>665607.18531124154</c:v>
                </c:pt>
                <c:pt idx="12">
                  <c:v>681776.02245852863</c:v>
                </c:pt>
                <c:pt idx="13">
                  <c:v>697552.47388494341</c:v>
                </c:pt>
                <c:pt idx="14">
                  <c:v>713093.49600395409</c:v>
                </c:pt>
                <c:pt idx="15">
                  <c:v>728304.31054182467</c:v>
                </c:pt>
                <c:pt idx="16">
                  <c:v>743156.33593768172</c:v>
                </c:pt>
                <c:pt idx="17">
                  <c:v>757375.58249499253</c:v>
                </c:pt>
                <c:pt idx="18">
                  <c:v>771822.92854926793</c:v>
                </c:pt>
                <c:pt idx="19">
                  <c:v>785108.97702695359</c:v>
                </c:pt>
                <c:pt idx="20">
                  <c:v>798254.36288313335</c:v>
                </c:pt>
                <c:pt idx="21">
                  <c:v>811235.28764951846</c:v>
                </c:pt>
                <c:pt idx="22">
                  <c:v>823076.82668489602</c:v>
                </c:pt>
                <c:pt idx="23">
                  <c:v>833947.45681321505</c:v>
                </c:pt>
                <c:pt idx="24">
                  <c:v>844165.28745918511</c:v>
                </c:pt>
                <c:pt idx="25">
                  <c:v>853231.60775280814</c:v>
                </c:pt>
                <c:pt idx="26">
                  <c:v>860873.88851317763</c:v>
                </c:pt>
                <c:pt idx="27">
                  <c:v>866901.91986811813</c:v>
                </c:pt>
                <c:pt idx="28">
                  <c:v>871223.08187152864</c:v>
                </c:pt>
                <c:pt idx="29">
                  <c:v>873739.06525450409</c:v>
                </c:pt>
                <c:pt idx="30">
                  <c:v>874366.10471041105</c:v>
                </c:pt>
                <c:pt idx="31">
                  <c:v>873046.75931271352</c:v>
                </c:pt>
                <c:pt idx="32">
                  <c:v>869724.03508252348</c:v>
                </c:pt>
                <c:pt idx="33">
                  <c:v>864364.83561467892</c:v>
                </c:pt>
                <c:pt idx="34">
                  <c:v>856946.41682557296</c:v>
                </c:pt>
                <c:pt idx="35">
                  <c:v>847474.06154801766</c:v>
                </c:pt>
                <c:pt idx="36">
                  <c:v>835967.99052224681</c:v>
                </c:pt>
                <c:pt idx="37">
                  <c:v>822465.27120371303</c:v>
                </c:pt>
                <c:pt idx="38">
                  <c:v>807008.10320714535</c:v>
                </c:pt>
                <c:pt idx="39">
                  <c:v>789663.3013527717</c:v>
                </c:pt>
                <c:pt idx="40">
                  <c:v>770509.82106798573</c:v>
                </c:pt>
                <c:pt idx="41">
                  <c:v>749655.6517350839</c:v>
                </c:pt>
                <c:pt idx="42">
                  <c:v>727215.1735556135</c:v>
                </c:pt>
                <c:pt idx="43">
                  <c:v>703295.98297397583</c:v>
                </c:pt>
                <c:pt idx="44">
                  <c:v>678019.5266277194</c:v>
                </c:pt>
                <c:pt idx="45">
                  <c:v>651514.76798091317</c:v>
                </c:pt>
                <c:pt idx="46">
                  <c:v>623912.49235332443</c:v>
                </c:pt>
                <c:pt idx="47">
                  <c:v>595349.24855045124</c:v>
                </c:pt>
                <c:pt idx="48">
                  <c:v>565965.62742967915</c:v>
                </c:pt>
                <c:pt idx="49">
                  <c:v>535901.12642687536</c:v>
                </c:pt>
                <c:pt idx="50">
                  <c:v>505299.96129066544</c:v>
                </c:pt>
                <c:pt idx="51">
                  <c:v>474318.86373444466</c:v>
                </c:pt>
                <c:pt idx="52">
                  <c:v>443130.07070653129</c:v>
                </c:pt>
                <c:pt idx="53">
                  <c:v>411904.96177762235</c:v>
                </c:pt>
                <c:pt idx="54">
                  <c:v>380828.524929801</c:v>
                </c:pt>
                <c:pt idx="55">
                  <c:v>350087.86477117846</c:v>
                </c:pt>
                <c:pt idx="56">
                  <c:v>319882.62941756018</c:v>
                </c:pt>
                <c:pt idx="57">
                  <c:v>290405.361291293</c:v>
                </c:pt>
                <c:pt idx="58">
                  <c:v>261838.76791911718</c:v>
                </c:pt>
                <c:pt idx="59">
                  <c:v>234369.39272545226</c:v>
                </c:pt>
                <c:pt idx="60">
                  <c:v>208159.75440610264</c:v>
                </c:pt>
                <c:pt idx="61">
                  <c:v>183357.46960945343</c:v>
                </c:pt>
                <c:pt idx="62">
                  <c:v>160092.79841146184</c:v>
                </c:pt>
                <c:pt idx="63">
                  <c:v>138475.80912282108</c:v>
                </c:pt>
                <c:pt idx="64">
                  <c:v>118592.40649803707</c:v>
                </c:pt>
                <c:pt idx="65">
                  <c:v>100499.36686612648</c:v>
                </c:pt>
                <c:pt idx="66">
                  <c:v>84231.980072840684</c:v>
                </c:pt>
                <c:pt idx="67">
                  <c:v>69790.554124383212</c:v>
                </c:pt>
                <c:pt idx="68">
                  <c:v>57138.866329566874</c:v>
                </c:pt>
                <c:pt idx="69">
                  <c:v>46218.104158151007</c:v>
                </c:pt>
                <c:pt idx="70">
                  <c:v>36929.786817689455</c:v>
                </c:pt>
                <c:pt idx="71">
                  <c:v>29154.074574641509</c:v>
                </c:pt>
                <c:pt idx="72">
                  <c:v>22752.668039006501</c:v>
                </c:pt>
                <c:pt idx="73">
                  <c:v>17572.903751853562</c:v>
                </c:pt>
                <c:pt idx="74">
                  <c:v>13457.963539149037</c:v>
                </c:pt>
                <c:pt idx="75">
                  <c:v>10247.722013641711</c:v>
                </c:pt>
                <c:pt idx="76">
                  <c:v>7789.3647321192238</c:v>
                </c:pt>
                <c:pt idx="77">
                  <c:v>5942.6689335954325</c:v>
                </c:pt>
                <c:pt idx="78">
                  <c:v>4582.5826868402637</c:v>
                </c:pt>
                <c:pt idx="79">
                  <c:v>3596.4819573377358</c:v>
                </c:pt>
                <c:pt idx="80">
                  <c:v>2893.5880479497287</c:v>
                </c:pt>
                <c:pt idx="81">
                  <c:v>2397.3589018054045</c:v>
                </c:pt>
                <c:pt idx="82">
                  <c:v>2046.7270246224627</c:v>
                </c:pt>
                <c:pt idx="83">
                  <c:v>1795.8783942221889</c:v>
                </c:pt>
                <c:pt idx="84">
                  <c:v>1607.9601213026415</c:v>
                </c:pt>
                <c:pt idx="85">
                  <c:v>1457.80637912214</c:v>
                </c:pt>
                <c:pt idx="86">
                  <c:v>1329.7356765978784</c:v>
                </c:pt>
                <c:pt idx="87">
                  <c:v>1213.2794656094597</c:v>
                </c:pt>
                <c:pt idx="88">
                  <c:v>1101.534745660015</c:v>
                </c:pt>
                <c:pt idx="89">
                  <c:v>990.88020683677075</c:v>
                </c:pt>
                <c:pt idx="90">
                  <c:v>881.09861436782819</c:v>
                </c:pt>
                <c:pt idx="91">
                  <c:v>772.44427363013699</c:v>
                </c:pt>
                <c:pt idx="92">
                  <c:v>666.43398001239962</c:v>
                </c:pt>
                <c:pt idx="93">
                  <c:v>564.96263479352638</c:v>
                </c:pt>
                <c:pt idx="94">
                  <c:v>469.7697358733671</c:v>
                </c:pt>
                <c:pt idx="95">
                  <c:v>382.51578959103369</c:v>
                </c:pt>
                <c:pt idx="96">
                  <c:v>304.43660143743688</c:v>
                </c:pt>
                <c:pt idx="97">
                  <c:v>236.29372189383264</c:v>
                </c:pt>
                <c:pt idx="98">
                  <c:v>178.39972841308003</c:v>
                </c:pt>
                <c:pt idx="99">
                  <c:v>130.62653249055091</c:v>
                </c:pt>
                <c:pt idx="100">
                  <c:v>92.444181906091927</c:v>
                </c:pt>
                <c:pt idx="101">
                  <c:v>62.986011454287386</c:v>
                </c:pt>
                <c:pt idx="102">
                  <c:v>40.888341900429914</c:v>
                </c:pt>
                <c:pt idx="103">
                  <c:v>25.434582858064154</c:v>
                </c:pt>
                <c:pt idx="104">
                  <c:v>14.85706895825809</c:v>
                </c:pt>
                <c:pt idx="105">
                  <c:v>8.3051530979313295</c:v>
                </c:pt>
                <c:pt idx="106">
                  <c:v>4.3270819379442997</c:v>
                </c:pt>
                <c:pt idx="107">
                  <c:v>2.0847385777430798</c:v>
                </c:pt>
                <c:pt idx="108">
                  <c:v>0.66232299709771103</c:v>
                </c:pt>
                <c:pt idx="109">
                  <c:v>0.102113680958153</c:v>
                </c:pt>
              </c:numCache>
            </c:numRef>
          </c:val>
          <c:extLst>
            <c:ext xmlns:c16="http://schemas.microsoft.com/office/drawing/2014/chart" uri="{C3380CC4-5D6E-409C-BE32-E72D297353CC}">
              <c16:uniqueId val="{00000000-80BE-43B6-B389-D3B70B1AF399}"/>
            </c:ext>
          </c:extLst>
        </c:ser>
        <c:ser>
          <c:idx val="1"/>
          <c:order val="1"/>
          <c:tx>
            <c:strRef>
              <c:f>ESC0_vs_OBP!$C$3</c:f>
              <c:strCache>
                <c:ptCount val="1"/>
                <c:pt idx="0">
                  <c:v>RSV_OBP</c:v>
                </c:pt>
              </c:strCache>
            </c:strRef>
          </c:tx>
          <c:spPr>
            <a:solidFill>
              <a:schemeClr val="accent6">
                <a:tint val="77000"/>
              </a:schemeClr>
            </a:solidFill>
            <a:ln>
              <a:noFill/>
            </a:ln>
            <a:effectLst/>
          </c:spPr>
          <c:invertIfNegative val="0"/>
          <c:cat>
            <c:strRef>
              <c:f>ESC0_vs_OBP!$A$4:$A$114</c:f>
              <c:strCache>
                <c:ptCount val="110"/>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pt idx="77">
                  <c:v>2101</c:v>
                </c:pt>
                <c:pt idx="78">
                  <c:v>2102</c:v>
                </c:pt>
                <c:pt idx="79">
                  <c:v>2103</c:v>
                </c:pt>
                <c:pt idx="80">
                  <c:v>2104</c:v>
                </c:pt>
                <c:pt idx="81">
                  <c:v>2105</c:v>
                </c:pt>
                <c:pt idx="82">
                  <c:v>2106</c:v>
                </c:pt>
                <c:pt idx="83">
                  <c:v>2107</c:v>
                </c:pt>
                <c:pt idx="84">
                  <c:v>2108</c:v>
                </c:pt>
                <c:pt idx="85">
                  <c:v>2109</c:v>
                </c:pt>
                <c:pt idx="86">
                  <c:v>2110</c:v>
                </c:pt>
                <c:pt idx="87">
                  <c:v>2111</c:v>
                </c:pt>
                <c:pt idx="88">
                  <c:v>2112</c:v>
                </c:pt>
                <c:pt idx="89">
                  <c:v>2113</c:v>
                </c:pt>
                <c:pt idx="90">
                  <c:v>2114</c:v>
                </c:pt>
                <c:pt idx="91">
                  <c:v>2115</c:v>
                </c:pt>
                <c:pt idx="92">
                  <c:v>2116</c:v>
                </c:pt>
                <c:pt idx="93">
                  <c:v>2117</c:v>
                </c:pt>
                <c:pt idx="94">
                  <c:v>2118</c:v>
                </c:pt>
                <c:pt idx="95">
                  <c:v>2119</c:v>
                </c:pt>
                <c:pt idx="96">
                  <c:v>2120</c:v>
                </c:pt>
                <c:pt idx="97">
                  <c:v>2121</c:v>
                </c:pt>
                <c:pt idx="98">
                  <c:v>2122</c:v>
                </c:pt>
                <c:pt idx="99">
                  <c:v>2123</c:v>
                </c:pt>
                <c:pt idx="100">
                  <c:v>2124</c:v>
                </c:pt>
                <c:pt idx="101">
                  <c:v>2125</c:v>
                </c:pt>
                <c:pt idx="102">
                  <c:v>2126</c:v>
                </c:pt>
                <c:pt idx="103">
                  <c:v>2127</c:v>
                </c:pt>
                <c:pt idx="104">
                  <c:v>2128</c:v>
                </c:pt>
                <c:pt idx="105">
                  <c:v>2129</c:v>
                </c:pt>
                <c:pt idx="106">
                  <c:v>2130</c:v>
                </c:pt>
                <c:pt idx="107">
                  <c:v>2131</c:v>
                </c:pt>
                <c:pt idx="108">
                  <c:v>2132</c:v>
                </c:pt>
                <c:pt idx="109">
                  <c:v>2133</c:v>
                </c:pt>
              </c:strCache>
            </c:strRef>
          </c:cat>
          <c:val>
            <c:numRef>
              <c:f>ESC0_vs_OBP!$C$4:$C$114</c:f>
              <c:numCache>
                <c:formatCode>_-* #,##0_-;\-* #,##0_-;_-* "-"??_-;_-@_-</c:formatCode>
                <c:ptCount val="110"/>
                <c:pt idx="0">
                  <c:v>411652.01983572572</c:v>
                </c:pt>
                <c:pt idx="1">
                  <c:v>499203.17976552848</c:v>
                </c:pt>
                <c:pt idx="2">
                  <c:v>521549.48258803179</c:v>
                </c:pt>
                <c:pt idx="3">
                  <c:v>544651.3103906078</c:v>
                </c:pt>
                <c:pt idx="4">
                  <c:v>568646.47818213026</c:v>
                </c:pt>
                <c:pt idx="5">
                  <c:v>592930.10229956091</c:v>
                </c:pt>
                <c:pt idx="6">
                  <c:v>617557.05704388814</c:v>
                </c:pt>
                <c:pt idx="7">
                  <c:v>642935.95942839549</c:v>
                </c:pt>
                <c:pt idx="8">
                  <c:v>668417.32609476661</c:v>
                </c:pt>
                <c:pt idx="9">
                  <c:v>694419.88808676961</c:v>
                </c:pt>
                <c:pt idx="10">
                  <c:v>721680.14809053415</c:v>
                </c:pt>
                <c:pt idx="11">
                  <c:v>748978.78018220025</c:v>
                </c:pt>
                <c:pt idx="12">
                  <c:v>776475.80959217332</c:v>
                </c:pt>
                <c:pt idx="13">
                  <c:v>804268.16915640642</c:v>
                </c:pt>
                <c:pt idx="14">
                  <c:v>831976.35419323668</c:v>
                </c:pt>
                <c:pt idx="15">
                  <c:v>859966.57970041747</c:v>
                </c:pt>
                <c:pt idx="16">
                  <c:v>887566.94987783767</c:v>
                </c:pt>
                <c:pt idx="17">
                  <c:v>915730.69348095066</c:v>
                </c:pt>
                <c:pt idx="18">
                  <c:v>943384.48876487685</c:v>
                </c:pt>
                <c:pt idx="19">
                  <c:v>970753.5933755358</c:v>
                </c:pt>
                <c:pt idx="20">
                  <c:v>998482.9603006111</c:v>
                </c:pt>
                <c:pt idx="21">
                  <c:v>1025456.8624824756</c:v>
                </c:pt>
                <c:pt idx="22">
                  <c:v>1051446.2530447273</c:v>
                </c:pt>
                <c:pt idx="23">
                  <c:v>1076916.3967728</c:v>
                </c:pt>
                <c:pt idx="24">
                  <c:v>1101453.7200788758</c:v>
                </c:pt>
                <c:pt idx="25">
                  <c:v>1124560.6035419209</c:v>
                </c:pt>
                <c:pt idx="26">
                  <c:v>1145963.7981973363</c:v>
                </c:pt>
                <c:pt idx="27">
                  <c:v>1165456.4842585041</c:v>
                </c:pt>
                <c:pt idx="28">
                  <c:v>1182841.0862557169</c:v>
                </c:pt>
                <c:pt idx="29">
                  <c:v>1197928.7024013267</c:v>
                </c:pt>
                <c:pt idx="30">
                  <c:v>1210540.8720328875</c:v>
                </c:pt>
                <c:pt idx="31">
                  <c:v>1220514.0436840444</c:v>
                </c:pt>
                <c:pt idx="32">
                  <c:v>1227697.0822800575</c:v>
                </c:pt>
                <c:pt idx="33">
                  <c:v>1231955.7092041245</c:v>
                </c:pt>
                <c:pt idx="34">
                  <c:v>1233174.9223409388</c:v>
                </c:pt>
                <c:pt idx="35">
                  <c:v>1231261.1347513373</c:v>
                </c:pt>
                <c:pt idx="36">
                  <c:v>1226143.0973738672</c:v>
                </c:pt>
                <c:pt idx="37">
                  <c:v>1217775.3156212694</c:v>
                </c:pt>
                <c:pt idx="38">
                  <c:v>1206136.0489608082</c:v>
                </c:pt>
                <c:pt idx="39">
                  <c:v>1191230.1900300342</c:v>
                </c:pt>
                <c:pt idx="40">
                  <c:v>1173089.341228721</c:v>
                </c:pt>
                <c:pt idx="41">
                  <c:v>1151769.5805406019</c:v>
                </c:pt>
                <c:pt idx="42">
                  <c:v>1127350.1780977289</c:v>
                </c:pt>
                <c:pt idx="43">
                  <c:v>1099930.982219039</c:v>
                </c:pt>
                <c:pt idx="44">
                  <c:v>1069631.1999793865</c:v>
                </c:pt>
                <c:pt idx="45">
                  <c:v>1036587.0111993523</c:v>
                </c:pt>
                <c:pt idx="46">
                  <c:v>1000950.8898600277</c:v>
                </c:pt>
                <c:pt idx="47">
                  <c:v>962889.6575591967</c:v>
                </c:pt>
                <c:pt idx="48">
                  <c:v>922587.24892271776</c:v>
                </c:pt>
                <c:pt idx="49">
                  <c:v>880247.81445336936</c:v>
                </c:pt>
                <c:pt idx="50">
                  <c:v>836099.89682288852</c:v>
                </c:pt>
                <c:pt idx="51">
                  <c:v>790400.93731038983</c:v>
                </c:pt>
                <c:pt idx="52">
                  <c:v>743438.71147575241</c:v>
                </c:pt>
                <c:pt idx="53">
                  <c:v>695527.34630459349</c:v>
                </c:pt>
                <c:pt idx="54">
                  <c:v>647003.89259698906</c:v>
                </c:pt>
                <c:pt idx="55">
                  <c:v>598230.07511000929</c:v>
                </c:pt>
                <c:pt idx="56">
                  <c:v>549582.3151138298</c:v>
                </c:pt>
                <c:pt idx="57">
                  <c:v>501442.41998583224</c:v>
                </c:pt>
                <c:pt idx="58">
                  <c:v>454194.64248618059</c:v>
                </c:pt>
                <c:pt idx="59">
                  <c:v>408217.02912624716</c:v>
                </c:pt>
                <c:pt idx="60">
                  <c:v>363872.6008622832</c:v>
                </c:pt>
                <c:pt idx="61">
                  <c:v>321502.70022659918</c:v>
                </c:pt>
                <c:pt idx="62">
                  <c:v>281419.91664247826</c:v>
                </c:pt>
                <c:pt idx="63">
                  <c:v>243902.06210137726</c:v>
                </c:pt>
                <c:pt idx="64">
                  <c:v>209180.88354348185</c:v>
                </c:pt>
                <c:pt idx="65">
                  <c:v>177437.23101766719</c:v>
                </c:pt>
                <c:pt idx="66">
                  <c:v>148795.2976704764</c:v>
                </c:pt>
                <c:pt idx="67">
                  <c:v>123307.55569111173</c:v>
                </c:pt>
                <c:pt idx="68">
                  <c:v>100956.16863631205</c:v>
                </c:pt>
                <c:pt idx="69">
                  <c:v>81658.336472930532</c:v>
                </c:pt>
                <c:pt idx="70">
                  <c:v>65261.757464117545</c:v>
                </c:pt>
                <c:pt idx="71">
                  <c:v>51564.746995873073</c:v>
                </c:pt>
                <c:pt idx="72">
                  <c:v>40320.638785443916</c:v>
                </c:pt>
                <c:pt idx="73">
                  <c:v>31256.707359920299</c:v>
                </c:pt>
                <c:pt idx="74">
                  <c:v>24087.133394229186</c:v>
                </c:pt>
                <c:pt idx="75">
                  <c:v>18520.34707759758</c:v>
                </c:pt>
                <c:pt idx="76">
                  <c:v>14281.359019911833</c:v>
                </c:pt>
                <c:pt idx="77">
                  <c:v>11118.983577979237</c:v>
                </c:pt>
                <c:pt idx="78">
                  <c:v>8803.4545671474261</c:v>
                </c:pt>
                <c:pt idx="79">
                  <c:v>7136.9998462331541</c:v>
                </c:pt>
                <c:pt idx="80">
                  <c:v>5954.8088690388831</c:v>
                </c:pt>
                <c:pt idx="81">
                  <c:v>5122.0941948205245</c:v>
                </c:pt>
                <c:pt idx="82">
                  <c:v>4530.9529509479116</c:v>
                </c:pt>
                <c:pt idx="83">
                  <c:v>4098.5913611942578</c:v>
                </c:pt>
                <c:pt idx="84">
                  <c:v>3763.0407913493759</c:v>
                </c:pt>
                <c:pt idx="85">
                  <c:v>3480.7264284848393</c:v>
                </c:pt>
                <c:pt idx="86">
                  <c:v>3223.007224086507</c:v>
                </c:pt>
                <c:pt idx="87">
                  <c:v>2972.603792437872</c:v>
                </c:pt>
                <c:pt idx="88">
                  <c:v>2718.665668871613</c:v>
                </c:pt>
                <c:pt idx="89">
                  <c:v>2456.688111336201</c:v>
                </c:pt>
                <c:pt idx="90">
                  <c:v>2187.6160311614785</c:v>
                </c:pt>
                <c:pt idx="91">
                  <c:v>1914.8063967487617</c:v>
                </c:pt>
                <c:pt idx="92">
                  <c:v>1643.7856779864067</c:v>
                </c:pt>
                <c:pt idx="93">
                  <c:v>1381.4230131251852</c:v>
                </c:pt>
                <c:pt idx="94">
                  <c:v>1133.9999031838436</c:v>
                </c:pt>
                <c:pt idx="95">
                  <c:v>907.30569209887108</c:v>
                </c:pt>
                <c:pt idx="96">
                  <c:v>705.850244064653</c:v>
                </c:pt>
                <c:pt idx="97">
                  <c:v>532.57170317378598</c:v>
                </c:pt>
                <c:pt idx="98">
                  <c:v>388.63335164849263</c:v>
                </c:pt>
                <c:pt idx="99">
                  <c:v>273.43158093044786</c:v>
                </c:pt>
                <c:pt idx="100">
                  <c:v>184.82275128211322</c:v>
                </c:pt>
                <c:pt idx="101">
                  <c:v>119.53682020667114</c:v>
                </c:pt>
                <c:pt idx="102">
                  <c:v>73.627487027177452</c:v>
                </c:pt>
                <c:pt idx="103">
                  <c:v>42.554721012594086</c:v>
                </c:pt>
                <c:pt idx="104">
                  <c:v>22.867691153081601</c:v>
                </c:pt>
                <c:pt idx="105">
                  <c:v>11.8410200151108</c:v>
                </c:pt>
                <c:pt idx="106">
                  <c:v>5.6523838738850403</c:v>
                </c:pt>
                <c:pt idx="107">
                  <c:v>2.2077138522661501</c:v>
                </c:pt>
                <c:pt idx="108">
                  <c:v>0.41292417538443704</c:v>
                </c:pt>
                <c:pt idx="109">
                  <c:v>0</c:v>
                </c:pt>
              </c:numCache>
            </c:numRef>
          </c:val>
          <c:extLst>
            <c:ext xmlns:c16="http://schemas.microsoft.com/office/drawing/2014/chart" uri="{C3380CC4-5D6E-409C-BE32-E72D297353CC}">
              <c16:uniqueId val="{00000001-80BE-43B6-B389-D3B70B1AF399}"/>
            </c:ext>
          </c:extLst>
        </c:ser>
        <c:dLbls>
          <c:showLegendKey val="0"/>
          <c:showVal val="0"/>
          <c:showCatName val="0"/>
          <c:showSerName val="0"/>
          <c:showPercent val="0"/>
          <c:showBubbleSize val="0"/>
        </c:dLbls>
        <c:gapWidth val="219"/>
        <c:overlap val="-27"/>
        <c:axId val="698361663"/>
        <c:axId val="483124895"/>
      </c:barChart>
      <c:catAx>
        <c:axId val="698361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483124895"/>
        <c:crosses val="autoZero"/>
        <c:auto val="1"/>
        <c:lblAlgn val="ctr"/>
        <c:lblOffset val="100"/>
        <c:noMultiLvlLbl val="0"/>
      </c:catAx>
      <c:valAx>
        <c:axId val="483124895"/>
        <c:scaling>
          <c:orientation val="minMax"/>
        </c:scaling>
        <c:delete val="0"/>
        <c:axPos val="l"/>
        <c:numFmt formatCode="_-* #,##0_-;\-* #,##0_-;_-* &quot;-&quot;??_-;_-@_-"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698361663"/>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legendEntry>
      <c:layout>
        <c:manualLayout>
          <c:xMode val="edge"/>
          <c:yMode val="edge"/>
          <c:x val="0.23357652213901722"/>
          <c:y val="0.89771801864813072"/>
          <c:w val="0.53859044207079321"/>
          <c:h val="7.239853896019087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s-CO"/>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9280511811023621E-2"/>
          <c:y val="2.7976590985233581E-2"/>
          <c:w val="0.89825336286089241"/>
          <c:h val="0.8492761440638027"/>
        </c:manualLayout>
      </c:layout>
      <c:scatterChart>
        <c:scatterStyle val="lineMarker"/>
        <c:varyColors val="0"/>
        <c:ser>
          <c:idx val="2"/>
          <c:order val="0"/>
          <c:tx>
            <c:strRef>
              <c:f>'[Actualizacion deslizamiento_2024_vf2.xlsx]Tasa'!$H$1</c:f>
              <c:strCache>
                <c:ptCount val="1"/>
                <c:pt idx="0">
                  <c:v>v_Crecimiento_acum_ESC</c:v>
                </c:pt>
              </c:strCache>
            </c:strRef>
          </c:tx>
          <c:spPr>
            <a:ln w="25400">
              <a:noFill/>
            </a:ln>
          </c:spPr>
          <c:marker>
            <c:spPr>
              <a:solidFill>
                <a:schemeClr val="accent2"/>
              </a:solidFill>
              <a:ln>
                <a:solidFill>
                  <a:srgbClr val="FFC000"/>
                </a:solidFill>
              </a:ln>
            </c:spPr>
          </c:marker>
          <c:yVal>
            <c:numRef>
              <c:f>'[Actualizacion deslizamiento_2024_vf2.xlsx]Tasa'!$H$2:$H$1000</c:f>
              <c:numCache>
                <c:formatCode>_-* #,##0.0000_-;\-* #,##0.0000_-;_-* "-"??_-;_-@_-</c:formatCode>
                <c:ptCount val="999"/>
                <c:pt idx="0">
                  <c:v>1</c:v>
                </c:pt>
                <c:pt idx="1">
                  <c:v>0.93273998012237835</c:v>
                </c:pt>
                <c:pt idx="2">
                  <c:v>0.88673794844574105</c:v>
                </c:pt>
                <c:pt idx="3">
                  <c:v>0.84676957761283755</c:v>
                </c:pt>
                <c:pt idx="4">
                  <c:v>0.80860272059789617</c:v>
                </c:pt>
                <c:pt idx="5">
                  <c:v>0.77215617689239813</c:v>
                </c:pt>
                <c:pt idx="6">
                  <c:v>0.73735240597783813</c:v>
                </c:pt>
                <c:pt idx="7">
                  <c:v>0.70411736235721512</c:v>
                </c:pt>
                <c:pt idx="8">
                  <c:v>0.67238033802222785</c:v>
                </c:pt>
                <c:pt idx="9">
                  <c:v>0.64207381202102354</c:v>
                </c:pt>
                <c:pt idx="10">
                  <c:v>0.61313330680645217</c:v>
                </c:pt>
                <c:pt idx="11">
                  <c:v>0.58549725105920647</c:v>
                </c:pt>
                <c:pt idx="12">
                  <c:v>0.55910684869400096</c:v>
                </c:pt>
                <c:pt idx="13">
                  <c:v>0.53390595377009842</c:v>
                </c:pt>
                <c:pt idx="14">
                  <c:v>0.50984095104005678</c:v>
                </c:pt>
                <c:pt idx="15">
                  <c:v>0.48686064188255812</c:v>
                </c:pt>
                <c:pt idx="16">
                  <c:v>0.46491613537664506</c:v>
                </c:pt>
                <c:pt idx="17">
                  <c:v>0.44396074428561949</c:v>
                </c:pt>
                <c:pt idx="18">
                  <c:v>0.42394988572931025</c:v>
                </c:pt>
                <c:pt idx="19">
                  <c:v>0.404840986333388</c:v>
                </c:pt>
                <c:pt idx="20">
                  <c:v>0.38659339165393075</c:v>
                </c:pt>
                <c:pt idx="21">
                  <c:v>0.36916827968454069</c:v>
                </c:pt>
                <c:pt idx="22">
                  <c:v>0.35252857826199618</c:v>
                </c:pt>
                <c:pt idx="23">
                  <c:v>0.33663888619471921</c:v>
                </c:pt>
                <c:pt idx="24">
                  <c:v>0.32146539794625789</c:v>
                </c:pt>
                <c:pt idx="25">
                  <c:v>0.30697583171354675</c:v>
                </c:pt>
                <c:pt idx="26">
                  <c:v>0.29313936074693087</c:v>
                </c:pt>
                <c:pt idx="27">
                  <c:v>0.27992654776583564</c:v>
                </c:pt>
                <c:pt idx="28">
                  <c:v>0.26730928233055123</c:v>
                </c:pt>
                <c:pt idx="29">
                  <c:v>0.25526072103688907</c:v>
                </c:pt>
                <c:pt idx="30">
                  <c:v>0.24375523040647312</c:v>
                </c:pt>
                <c:pt idx="31">
                  <c:v>0.23276833235116576</c:v>
                </c:pt>
                <c:pt idx="32">
                  <c:v>0.22227665209560127</c:v>
                </c:pt>
                <c:pt idx="33">
                  <c:v>0.21225786844703287</c:v>
                </c:pt>
                <c:pt idx="34">
                  <c:v>0.20269066630669072</c:v>
                </c:pt>
                <c:pt idx="35">
                  <c:v>0.19355469132161901</c:v>
                </c:pt>
                <c:pt idx="36">
                  <c:v>0.18483050658051223</c:v>
                </c:pt>
                <c:pt idx="37">
                  <c:v>0.17649955126142186</c:v>
                </c:pt>
                <c:pt idx="38">
                  <c:v>0.16854410114335439</c:v>
                </c:pt>
                <c:pt idx="39">
                  <c:v>0.16094723089774968</c:v>
                </c:pt>
                <c:pt idx="40">
                  <c:v>0.15369277807961385</c:v>
                </c:pt>
                <c:pt idx="41">
                  <c:v>0.14676530874169699</c:v>
                </c:pt>
                <c:pt idx="42">
                  <c:v>0.14015008459856032</c:v>
                </c:pt>
                <c:pt idx="43">
                  <c:v>0.1338330316706729</c:v>
                </c:pt>
                <c:pt idx="44">
                  <c:v>0.12780071034182824</c:v>
                </c:pt>
                <c:pt idx="45">
                  <c:v>0.12204028676617788</c:v>
                </c:pt>
                <c:pt idx="46">
                  <c:v>0.1165395055640492</c:v>
                </c:pt>
                <c:pt idx="47">
                  <c:v>0.11128666374845821</c:v>
                </c:pt>
                <c:pt idx="48">
                  <c:v>0.10627058582684529</c:v>
                </c:pt>
                <c:pt idx="49">
                  <c:v>0.1014806000250623</c:v>
                </c:pt>
                <c:pt idx="50">
                  <c:v>9.6906515583027805E-2</c:v>
                </c:pt>
                <c:pt idx="51">
                  <c:v>9.253860107374591E-2</c:v>
                </c:pt>
                <c:pt idx="52">
                  <c:v>8.8367563699562834E-2</c:v>
                </c:pt>
                <c:pt idx="53">
                  <c:v>8.4384529521613169E-2</c:v>
                </c:pt>
                <c:pt idx="54">
                  <c:v>8.0581024580393998E-2</c:v>
                </c:pt>
                <c:pt idx="55">
                  <c:v>7.6948956867300536E-2</c:v>
                </c:pt>
                <c:pt idx="56">
                  <c:v>7.34805991087676E-2</c:v>
                </c:pt>
                <c:pt idx="57">
                  <c:v>7.0168572326389664E-2</c:v>
                </c:pt>
                <c:pt idx="58">
                  <c:v>6.7005830138043856E-2</c:v>
                </c:pt>
                <c:pt idx="59">
                  <c:v>6.3985643766615821E-2</c:v>
                </c:pt>
                <c:pt idx="60">
                  <c:v>6.1101587724434775E-2</c:v>
                </c:pt>
                <c:pt idx="61">
                  <c:v>5.8347526142960876E-2</c:v>
                </c:pt>
                <c:pt idx="62">
                  <c:v>5.5717599718641278E-2</c:v>
                </c:pt>
                <c:pt idx="63">
                  <c:v>5.3206213247161988E-2</c:v>
                </c:pt>
                <c:pt idx="64">
                  <c:v>5.0808023719574352E-2</c:v>
                </c:pt>
                <c:pt idx="65">
                  <c:v>4.8517928954970771E-2</c:v>
                </c:pt>
                <c:pt idx="66">
                  <c:v>4.6331056745525234E-2</c:v>
                </c:pt>
                <c:pt idx="67">
                  <c:v>4.424275449080476E-2</c:v>
                </c:pt>
                <c:pt idx="68">
                  <c:v>4.2248579299298566E-2</c:v>
                </c:pt>
                <c:pt idx="69">
                  <c:v>4.0344288536105832E-2</c:v>
                </c:pt>
                <c:pt idx="70">
                  <c:v>3.8525830796672107E-2</c:v>
                </c:pt>
                <c:pt idx="71">
                  <c:v>3.678933728737091E-2</c:v>
                </c:pt>
                <c:pt idx="72">
                  <c:v>3.5131113594592547E-2</c:v>
                </c:pt>
                <c:pt idx="73">
                  <c:v>3.3547631824828804E-2</c:v>
                </c:pt>
                <c:pt idx="74">
                  <c:v>3.2035523099031418E-2</c:v>
                </c:pt>
                <c:pt idx="75">
                  <c:v>3.0591570385276004E-2</c:v>
                </c:pt>
                <c:pt idx="76">
                  <c:v>2.921270165448276E-2</c:v>
                </c:pt>
                <c:pt idx="77">
                  <c:v>2.7895983344632745E-2</c:v>
                </c:pt>
                <c:pt idx="78">
                  <c:v>2.6638614119574699E-2</c:v>
                </c:pt>
                <c:pt idx="79">
                  <c:v>2.5437918909144184E-2</c:v>
                </c:pt>
                <c:pt idx="80">
                  <c:v>2.4291343217915356E-2</c:v>
                </c:pt>
                <c:pt idx="81">
                  <c:v>2.3196447690477143E-2</c:v>
                </c:pt>
                <c:pt idx="82">
                  <c:v>2.2150902921671333E-2</c:v>
                </c:pt>
                <c:pt idx="83">
                  <c:v>2.1152484500751367E-2</c:v>
                </c:pt>
                <c:pt idx="84">
                  <c:v>2.019906827891815E-2</c:v>
                </c:pt>
                <c:pt idx="85">
                  <c:v>1.9288625850164533E-2</c:v>
                </c:pt>
                <c:pt idx="86">
                  <c:v>1.8419220235813879E-2</c:v>
                </c:pt>
                <c:pt idx="87">
                  <c:v>1.7589001763571539E-2</c:v>
                </c:pt>
                <c:pt idx="88">
                  <c:v>1.6796204132321815E-2</c:v>
                </c:pt>
                <c:pt idx="89">
                  <c:v>1.6039140654298283E-2</c:v>
                </c:pt>
                <c:pt idx="90">
                  <c:v>1.531620066663256E-2</c:v>
                </c:pt>
                <c:pt idx="91">
                  <c:v>1.4625846104647112E-2</c:v>
                </c:pt>
                <c:pt idx="92">
                  <c:v>1.3966608229601682E-2</c:v>
                </c:pt>
                <c:pt idx="93">
                  <c:v>1.3337084503931604E-2</c:v>
                </c:pt>
                <c:pt idx="94">
                  <c:v>1.2735935607330018E-2</c:v>
                </c:pt>
                <c:pt idx="95">
                  <c:v>1.2161882587325659E-2</c:v>
                </c:pt>
                <c:pt idx="96">
                  <c:v>1.1613704138294042E-2</c:v>
                </c:pt>
                <c:pt idx="97">
                  <c:v>1.1090234003113099E-2</c:v>
                </c:pt>
                <c:pt idx="98">
                  <c:v>1.0590358491935263E-2</c:v>
                </c:pt>
                <c:pt idx="99">
                  <c:v>1.0113014112797124E-2</c:v>
                </c:pt>
                <c:pt idx="100">
                  <c:v>9.6571853090257967E-3</c:v>
                </c:pt>
                <c:pt idx="101">
                  <c:v>9.2219022986282442E-3</c:v>
                </c:pt>
                <c:pt idx="102">
                  <c:v>8.806239011066877E-3</c:v>
                </c:pt>
                <c:pt idx="103">
                  <c:v>8.4093111170318556E-3</c:v>
                </c:pt>
                <c:pt idx="104">
                  <c:v>8.0302741470184378E-3</c:v>
                </c:pt>
                <c:pt idx="105">
                  <c:v>7.6683216947065922E-3</c:v>
                </c:pt>
                <c:pt idx="106">
                  <c:v>7.3226837013205606E-3</c:v>
                </c:pt>
                <c:pt idx="107">
                  <c:v>6.9926248173183183E-3</c:v>
                </c:pt>
                <c:pt idx="108">
                  <c:v>6.6774428379254005E-3</c:v>
                </c:pt>
                <c:pt idx="109">
                  <c:v>6.3764672091846742E-3</c:v>
                </c:pt>
                <c:pt idx="110">
                  <c:v>6.0890576013436521E-3</c:v>
                </c:pt>
                <c:pt idx="111">
                  <c:v>5.8146025465442182E-3</c:v>
                </c:pt>
                <c:pt idx="112">
                  <c:v>5.552518137916425E-3</c:v>
                </c:pt>
                <c:pt idx="113">
                  <c:v>5.302246787308668E-3</c:v>
                </c:pt>
                <c:pt idx="114">
                  <c:v>5.0632560390112963E-3</c:v>
                </c:pt>
                <c:pt idx="115">
                  <c:v>4.8350374369498265E-3</c:v>
                </c:pt>
                <c:pt idx="116">
                  <c:v>4.6171054429377228E-3</c:v>
                </c:pt>
                <c:pt idx="117">
                  <c:v>4.408996403687279E-3</c:v>
                </c:pt>
                <c:pt idx="118">
                  <c:v>4.2102675643809345E-3</c:v>
                </c:pt>
                <c:pt idx="119">
                  <c:v>4.0204961267043624E-3</c:v>
                </c:pt>
                <c:pt idx="120">
                  <c:v>3.8392783493372924E-3</c:v>
                </c:pt>
                <c:pt idx="121">
                  <c:v>3.6662286889883526E-3</c:v>
                </c:pt>
                <c:pt idx="122">
                  <c:v>3.5009789801464597E-3</c:v>
                </c:pt>
                <c:pt idx="123">
                  <c:v>3.3431776518036741E-3</c:v>
                </c:pt>
                <c:pt idx="124">
                  <c:v>3.1924889794830926E-3</c:v>
                </c:pt>
                <c:pt idx="125">
                  <c:v>3.0485923709804444E-3</c:v>
                </c:pt>
                <c:pt idx="126">
                  <c:v>2.9111816842998092E-3</c:v>
                </c:pt>
                <c:pt idx="127">
                  <c:v>2.7799645763323462E-3</c:v>
                </c:pt>
                <c:pt idx="128">
                  <c:v>2.6546618808923465E-3</c:v>
                </c:pt>
                <c:pt idx="129">
                  <c:v>2.5350070147873677E-3</c:v>
                </c:pt>
                <c:pt idx="130">
                  <c:v>2.4207454106588587E-3</c:v>
                </c:pt>
                <c:pt idx="131">
                  <c:v>2.3116339753866339E-3</c:v>
                </c:pt>
                <c:pt idx="132">
                  <c:v>2.2074405729049476E-3</c:v>
                </c:pt>
                <c:pt idx="133">
                  <c:v>2.1079435303298483E-3</c:v>
                </c:pt>
                <c:pt idx="134">
                  <c:v>2.0129311663470988E-3</c:v>
                </c:pt>
                <c:pt idx="135">
                  <c:v>1.9222013408572937E-3</c:v>
                </c:pt>
                <c:pt idx="136">
                  <c:v>1.8355610249200427E-3</c:v>
                </c:pt>
                <c:pt idx="137">
                  <c:v>1.7528258900822693E-3</c:v>
                </c:pt>
                <c:pt idx="138">
                  <c:v>1.6738199162169146E-3</c:v>
                </c:pt>
                <c:pt idx="139">
                  <c:v>1.5983750170377176E-3</c:v>
                </c:pt>
                <c:pt idx="140">
                  <c:v>1.5263306824933489E-3</c:v>
                </c:pt>
                <c:pt idx="141">
                  <c:v>1.4575336372800911E-3</c:v>
                </c:pt>
                <c:pt idx="142">
                  <c:v>1.3918375147465398E-3</c:v>
                </c:pt>
                <c:pt idx="143">
                  <c:v>1.3291025454965568E-3</c:v>
                </c:pt>
                <c:pt idx="144">
                  <c:v>1.2691952600279762E-3</c:v>
                </c:pt>
                <c:pt idx="145">
                  <c:v>1.2119882047744188E-3</c:v>
                </c:pt>
                <c:pt idx="146">
                  <c:v>1.1573596709460923E-3</c:v>
                </c:pt>
                <c:pt idx="147">
                  <c:v>1.1051934355926821E-3</c:v>
                </c:pt>
                <c:pt idx="148">
                  <c:v>1.0553785143374405E-3</c:v>
                </c:pt>
                <c:pt idx="149">
                  <c:v>1.0078089252564125E-3</c:v>
                </c:pt>
                <c:pt idx="150">
                  <c:v>9.6238346340044804E-4</c:v>
                </c:pt>
                <c:pt idx="151">
                  <c:v>9.1900548548029277E-4</c:v>
                </c:pt>
                <c:pt idx="152">
                  <c:v>8.7758270425667339E-4</c:v>
                </c:pt>
                <c:pt idx="153">
                  <c:v>8.3802699219793846E-4</c:v>
                </c:pt>
                <c:pt idx="154">
                  <c:v>8.0025419398753288E-4</c:v>
                </c:pt>
                <c:pt idx="155">
                  <c:v>7.6418394748241543E-4</c:v>
                </c:pt>
                <c:pt idx="156">
                  <c:v>7.2973951274150363E-4</c:v>
                </c:pt>
                <c:pt idx="157">
                  <c:v>6.9684760876040385E-4</c:v>
                </c:pt>
                <c:pt idx="158">
                  <c:v>6.654382575650747E-4</c:v>
                </c:pt>
                <c:pt idx="159">
                  <c:v>6.3544463533273432E-4</c:v>
                </c:pt>
                <c:pt idx="160">
                  <c:v>6.0680293022326586E-4</c:v>
                </c:pt>
                <c:pt idx="161">
                  <c:v>5.7945220661865854E-4</c:v>
                </c:pt>
                <c:pt idx="162">
                  <c:v>5.5333427548164916E-4</c:v>
                </c:pt>
                <c:pt idx="163">
                  <c:v>5.2839357055775268E-4</c:v>
                </c:pt>
                <c:pt idx="164">
                  <c:v>5.0457703015729808E-4</c:v>
                </c:pt>
                <c:pt idx="165">
                  <c:v>4.8183398426596038E-4</c:v>
                </c:pt>
                <c:pt idx="166">
                  <c:v>4.60116046743615E-4</c:v>
                </c:pt>
                <c:pt idx="167">
                  <c:v>4.3937701238216443E-4</c:v>
                </c:pt>
                <c:pt idx="168">
                  <c:v>4.195727586033287E-4</c:v>
                </c:pt>
                <c:pt idx="169">
                  <c:v>4.006611515872585E-4</c:v>
                </c:pt>
                <c:pt idx="170">
                  <c:v>3.8260195663225924E-4</c:v>
                </c:pt>
                <c:pt idx="171">
                  <c:v>3.6535675255491471E-4</c:v>
                </c:pt>
                <c:pt idx="172">
                  <c:v>3.4888884994849575E-4</c:v>
                </c:pt>
                <c:pt idx="173">
                  <c:v>3.3316321312574734E-4</c:v>
                </c:pt>
                <c:pt idx="174">
                  <c:v>3.1814638557998634E-4</c:v>
                </c:pt>
                <c:pt idx="175">
                  <c:v>3.0380641880592776E-4</c:v>
                </c:pt>
                <c:pt idx="176">
                  <c:v>2.9011280432880384E-4</c:v>
                </c:pt>
                <c:pt idx="177">
                  <c:v>2.7703640879716868E-4</c:v>
                </c:pt>
                <c:pt idx="178">
                  <c:v>2.6454941200129554E-4</c:v>
                </c:pt>
                <c:pt idx="179">
                  <c:v>2.526252476853016E-4</c:v>
                </c:pt>
                <c:pt idx="180">
                  <c:v>2.4123854702707653E-4</c:v>
                </c:pt>
                <c:pt idx="181">
                  <c:v>2.3036508466576765E-4</c:v>
                </c:pt>
                <c:pt idx="182">
                  <c:v>2.1998172716199433E-4</c:v>
                </c:pt>
                <c:pt idx="183">
                  <c:v>2.100663837811407E-4</c:v>
                </c:pt>
                <c:pt idx="184">
                  <c:v>2.0059795949501643E-4</c:v>
                </c:pt>
                <c:pt idx="185">
                  <c:v>1.9155631010189678E-4</c:v>
                </c:pt>
                <c:pt idx="186">
                  <c:v>1.8292219936945895E-4</c:v>
                </c:pt>
                <c:pt idx="187">
                  <c:v>1.7467725810943547E-4</c:v>
                </c:pt>
                <c:pt idx="188">
                  <c:v>1.6680394509691597E-4</c:v>
                </c:pt>
                <c:pt idx="189">
                  <c:v>1.5928550975115183E-4</c:v>
                </c:pt>
                <c:pt idx="190">
                  <c:v>1.5210595649846765E-4</c:v>
                </c:pt>
                <c:pt idx="191">
                  <c:v>1.4525001074146E-4</c:v>
                </c:pt>
                <c:pt idx="192">
                  <c:v>1.3870308636208329E-4</c:v>
                </c:pt>
                <c:pt idx="193">
                  <c:v>1.3245125468948493E-4</c:v>
                </c:pt>
                <c:pt idx="194">
                  <c:v>1.2648121486656804E-4</c:v>
                </c:pt>
                <c:pt idx="195">
                  <c:v>1.2078026555223689E-4</c:v>
                </c:pt>
                <c:pt idx="196">
                  <c:v>1.1533627789912049E-4</c:v>
                </c:pt>
                <c:pt idx="197">
                  <c:v>1.1013766974928451E-4</c:v>
                </c:pt>
                <c:pt idx="198">
                  <c:v>1.0517338099303237E-4</c:v>
                </c:pt>
                <c:pt idx="199">
                  <c:v>1.0043285003837121E-4</c:v>
                </c:pt>
                <c:pt idx="200">
                  <c:v>9.590599134108085E-5</c:v>
                </c:pt>
                <c:pt idx="201">
                  <c:v>9.1583173947581078E-5</c:v>
                </c:pt>
                <c:pt idx="202">
                  <c:v>8.7455201004946583E-5</c:v>
                </c:pt>
                <c:pt idx="203">
                  <c:v>8.3513290194477062E-5</c:v>
                </c:pt>
                <c:pt idx="204">
                  <c:v>7.9749055047194435E-5</c:v>
                </c:pt>
                <c:pt idx="205">
                  <c:v>7.6154487101515783E-5</c:v>
                </c:pt>
                <c:pt idx="206">
                  <c:v>7.2721938865142217E-5</c:v>
                </c:pt>
                <c:pt idx="207">
                  <c:v>6.9444107544914686E-5</c:v>
                </c:pt>
                <c:pt idx="208">
                  <c:v>6.6314019510022127E-5</c:v>
                </c:pt>
                <c:pt idx="209">
                  <c:v>6.3325015455506755E-5</c:v>
                </c:pt>
                <c:pt idx="210">
                  <c:v>6.0470736234502015E-5</c:v>
                </c:pt>
                <c:pt idx="211">
                  <c:v>5.7745109329060999E-5</c:v>
                </c:pt>
                <c:pt idx="212">
                  <c:v>5.514233593079169E-5</c:v>
                </c:pt>
                <c:pt idx="213">
                  <c:v>5.2656878603813109E-5</c:v>
                </c:pt>
                <c:pt idx="214">
                  <c:v>5.0283449503784956E-5</c:v>
                </c:pt>
                <c:pt idx="215">
                  <c:v>4.8016999127946734E-5</c:v>
                </c:pt>
                <c:pt idx="216">
                  <c:v>4.5852705572231819E-5</c:v>
                </c:pt>
                <c:pt idx="217">
                  <c:v>4.3785964272600788E-5</c:v>
                </c:pt>
                <c:pt idx="218">
                  <c:v>4.1812378208768698E-5</c:v>
                </c:pt>
                <c:pt idx="219">
                  <c:v>3.9927748549484481E-5</c:v>
                </c:pt>
                <c:pt idx="220">
                  <c:v>3.8128065719460234E-5</c:v>
                </c:pt>
                <c:pt idx="221">
                  <c:v>3.6409500868945152E-5</c:v>
                </c:pt>
                <c:pt idx="222">
                  <c:v>3.4768397727795478E-5</c:v>
                </c:pt>
                <c:pt idx="223">
                  <c:v>3.3201264826709942E-5</c:v>
                </c:pt>
                <c:pt idx="224">
                  <c:v>3.1704768069081237E-5</c:v>
                </c:pt>
                <c:pt idx="225">
                  <c:v>3.0275723637660042E-5</c:v>
                </c:pt>
                <c:pt idx="226">
                  <c:v>2.8911091220940427E-5</c:v>
                </c:pt>
                <c:pt idx="227">
                  <c:v>2.7607967544855692E-5</c:v>
                </c:pt>
                <c:pt idx="228">
                  <c:v>2.6363580196023199E-5</c:v>
                </c:pt>
                <c:pt idx="229">
                  <c:v>2.5175281723397129E-5</c:v>
                </c:pt>
                <c:pt idx="230">
                  <c:v>2.404054400578029E-5</c:v>
                </c:pt>
                <c:pt idx="231">
                  <c:v>2.2956952873211821E-5</c:v>
                </c:pt>
                <c:pt idx="232">
                  <c:v>2.192220297078767E-5</c:v>
                </c:pt>
                <c:pt idx="233">
                  <c:v>2.0934092853986642E-5</c:v>
                </c:pt>
                <c:pt idx="234">
                  <c:v>1.9990520305067165E-5</c:v>
                </c:pt>
                <c:pt idx="235">
                  <c:v>1.9089477860570381E-5</c:v>
                </c:pt>
                <c:pt idx="236">
                  <c:v>1.8229048540414287E-5</c:v>
                </c:pt>
                <c:pt idx="237">
                  <c:v>1.7407401769492473E-5</c:v>
                </c:pt>
                <c:pt idx="238">
                  <c:v>1.662278948310064E-5</c:v>
                </c:pt>
                <c:pt idx="239">
                  <c:v>1.5873542407905109E-5</c:v>
                </c:pt>
                <c:pt idx="240">
                  <c:v>1.5158066510541061E-5</c:v>
                </c:pt>
                <c:pt idx="241">
                  <c:v>1.447483960628481E-5</c:v>
                </c:pt>
                <c:pt idx="242">
                  <c:v>1.3822408120585073E-5</c:v>
                </c:pt>
                <c:pt idx="243">
                  <c:v>1.3199383996563288E-5</c:v>
                </c:pt>
                <c:pt idx="244">
                  <c:v>1.2604441741903691E-5</c:v>
                </c:pt>
                <c:pt idx="245">
                  <c:v>1.2036315608850345E-5</c:v>
                </c:pt>
                <c:pt idx="246">
                  <c:v>1.1493796901311539E-5</c:v>
                </c:pt>
                <c:pt idx="247">
                  <c:v>1.0975731403342375E-5</c:v>
                </c:pt>
                <c:pt idx="248">
                  <c:v>1.0481016923534616E-5</c:v>
                </c:pt>
                <c:pt idx="249">
                  <c:v>1.0008600950089445E-5</c:v>
                </c:pt>
                <c:pt idx="250">
                  <c:v>9.5574784115842555E-6</c:v>
                </c:pt>
                <c:pt idx="251">
                  <c:v>9.1266895386695153E-6</c:v>
                </c:pt>
                <c:pt idx="252">
                  <c:v>8.7153178221463833E-6</c:v>
                </c:pt>
                <c:pt idx="253">
                  <c:v>8.3224880630809009E-6</c:v>
                </c:pt>
                <c:pt idx="254">
                  <c:v>7.9473645108063302E-6</c:v>
                </c:pt>
                <c:pt idx="255">
                  <c:v>7.5891490848522207E-6</c:v>
                </c:pt>
                <c:pt idx="256">
                  <c:v>7.2470796770173255E-6</c:v>
                </c:pt>
                <c:pt idx="257">
                  <c:v>6.9204285299740204E-6</c:v>
                </c:pt>
                <c:pt idx="258">
                  <c:v>6.6085006889546708E-6</c:v>
                </c:pt>
                <c:pt idx="259">
                  <c:v>6.3106325232258856E-6</c:v>
                </c:pt>
                <c:pt idx="260">
                  <c:v>6.0261903142050906E-6</c:v>
                </c:pt>
                <c:pt idx="261">
                  <c:v>5.7545689072156062E-6</c:v>
                </c:pt>
                <c:pt idx="262">
                  <c:v>5.4951904240118232E-6</c:v>
                </c:pt>
                <c:pt idx="263">
                  <c:v>5.2475030333353603E-6</c:v>
                </c:pt>
                <c:pt idx="264">
                  <c:v>5.0109797768865389E-6</c:v>
                </c:pt>
                <c:pt idx="265">
                  <c:v>4.7851174482134166E-6</c:v>
                </c:pt>
                <c:pt idx="266">
                  <c:v>4.5694355221332075E-6</c:v>
                </c:pt>
                <c:pt idx="267">
                  <c:v>4.3634751324083984E-6</c:v>
                </c:pt>
                <c:pt idx="268">
                  <c:v>4.1667980955025811E-6</c:v>
                </c:pt>
                <c:pt idx="269">
                  <c:v>3.9789859783390013E-6</c:v>
                </c:pt>
                <c:pt idx="270">
                  <c:v>3.7996392080784885E-6</c:v>
                </c:pt>
                <c:pt idx="271">
                  <c:v>3.6283762220227909E-6</c:v>
                </c:pt>
                <c:pt idx="272">
                  <c:v>3.4648326558347355E-6</c:v>
                </c:pt>
                <c:pt idx="273">
                  <c:v>3.3086605683481351E-6</c:v>
                </c:pt>
                <c:pt idx="274">
                  <c:v>3.1595277013182138E-6</c:v>
                </c:pt>
                <c:pt idx="275">
                  <c:v>3.0171167725376632E-6</c:v>
                </c:pt>
                <c:pt idx="276">
                  <c:v>2.8811248008144213E-6</c:v>
                </c:pt>
                <c:pt idx="277">
                  <c:v>2.7512624613750572E-6</c:v>
                </c:pt>
                <c:pt idx="278">
                  <c:v>2.6272534703223708E-6</c:v>
                </c:pt>
                <c:pt idx="279">
                  <c:v>2.5088339968376373E-6</c:v>
                </c:pt>
                <c:pt idx="280">
                  <c:v>2.395752101876944E-6</c:v>
                </c:pt>
                <c:pt idx="281">
                  <c:v>2.2877672021674383E-6</c:v>
                </c:pt>
                <c:pt idx="282">
                  <c:v>2.1846495583631398E-6</c:v>
                </c:pt>
                <c:pt idx="283">
                  <c:v>2.0861797862713459E-6</c:v>
                </c:pt>
                <c:pt idx="284">
                  <c:v>1.9921483901097746E-6</c:v>
                </c:pt>
                <c:pt idx="285">
                  <c:v>1.9023553168014303E-6</c:v>
                </c:pt>
                <c:pt idx="286">
                  <c:v>1.8166095303589573E-6</c:v>
                </c:pt>
                <c:pt idx="287">
                  <c:v>1.7347286054529714E-6</c:v>
                </c:pt>
                <c:pt idx="288">
                  <c:v>1.6565383392996868E-6</c:v>
                </c:pt>
                <c:pt idx="289">
                  <c:v>1.5818723810421178E-6</c:v>
                </c:pt>
                <c:pt idx="290">
                  <c:v>1.5105718778363634E-6</c:v>
                </c:pt>
                <c:pt idx="291">
                  <c:v>1.4424851368900176E-6</c:v>
                </c:pt>
                <c:pt idx="292">
                  <c:v>1.377467302733685E-6</c:v>
                </c:pt>
                <c:pt idx="293">
                  <c:v>1.3153800490389954E-6</c:v>
                </c:pt>
                <c:pt idx="294">
                  <c:v>1.2560912843274552E-6</c:v>
                </c:pt>
                <c:pt idx="295">
                  <c:v>1.1994748709440261E-6</c:v>
                </c:pt>
                <c:pt idx="296">
                  <c:v>1.1454103566975451E-6</c:v>
                </c:pt>
                <c:pt idx="297">
                  <c:v>1.0937827185970458E-6</c:v>
                </c:pt>
                <c:pt idx="298">
                  <c:v>1.0444821181387773E-6</c:v>
                </c:pt>
                <c:pt idx="299">
                  <c:v>9.974036676232905E-7</c:v>
                </c:pt>
                <c:pt idx="300">
                  <c:v>9.5244720700542717E-7</c:v>
                </c:pt>
                <c:pt idx="301">
                  <c:v>9.0951709080246026E-7</c:v>
                </c:pt>
                <c:pt idx="302">
                  <c:v>8.6852198460702409E-7</c:v>
                </c:pt>
                <c:pt idx="303">
                  <c:v>8.2937467077191877E-7</c:v>
                </c:pt>
                <c:pt idx="304">
                  <c:v>7.919918628533765E-7</c:v>
                </c:pt>
                <c:pt idx="305">
                  <c:v>7.5629402841801765E-7</c:v>
                </c:pt>
                <c:pt idx="306">
                  <c:v>7.222052198365142E-7</c:v>
                </c:pt>
                <c:pt idx="307">
                  <c:v>6.8965291270397397E-7</c:v>
                </c:pt>
                <c:pt idx="308">
                  <c:v>6.5856785154327951E-7</c:v>
                </c:pt>
                <c:pt idx="309">
                  <c:v>6.2888390246311788E-7</c:v>
                </c:pt>
                <c:pt idx="310">
                  <c:v>6.0053791245722436E-7</c:v>
                </c:pt>
                <c:pt idx="311">
                  <c:v>5.7346957504550161E-7</c:v>
                </c:pt>
                <c:pt idx="312">
                  <c:v>5.476213019711609E-7</c:v>
                </c:pt>
                <c:pt idx="313">
                  <c:v>5.2293810068092072E-7</c:v>
                </c:pt>
                <c:pt idx="314">
                  <c:v>4.9936745732760062E-7</c:v>
                </c:pt>
                <c:pt idx="315">
                  <c:v>4.768592250461951E-7</c:v>
                </c:pt>
                <c:pt idx="316">
                  <c:v>4.5536551726573512E-7</c:v>
                </c:pt>
                <c:pt idx="317">
                  <c:v>4.3484060582995535E-7</c:v>
                </c:pt>
                <c:pt idx="318">
                  <c:v>4.1524082371001872E-7</c:v>
                </c:pt>
                <c:pt idx="319">
                  <c:v>3.9652447210231722E-7</c:v>
                </c:pt>
                <c:pt idx="320">
                  <c:v>3.786517317136989E-7</c:v>
                </c:pt>
                <c:pt idx="321">
                  <c:v>3.6158457804537897E-7</c:v>
                </c:pt>
                <c:pt idx="322">
                  <c:v>3.4528670049530028E-7</c:v>
                </c:pt>
                <c:pt idx="323">
                  <c:v>3.2972342510683267E-7</c:v>
                </c:pt>
                <c:pt idx="324">
                  <c:v>3.1486164079945746E-7</c:v>
                </c:pt>
                <c:pt idx="325">
                  <c:v>3.0066972892449249E-7</c:v>
                </c:pt>
                <c:pt idx="326">
                  <c:v>2.8711749599598593E-7</c:v>
                </c:pt>
                <c:pt idx="327">
                  <c:v>2.7417610945366355E-7</c:v>
                </c:pt>
                <c:pt idx="328">
                  <c:v>2.6181803632126358E-7</c:v>
                </c:pt>
                <c:pt idx="329">
                  <c:v>2.5001698462975452E-7</c:v>
                </c:pt>
                <c:pt idx="330">
                  <c:v>2.3874784748081266E-7</c:v>
                </c:pt>
                <c:pt idx="331">
                  <c:v>2.2798664963155371E-7</c:v>
                </c:pt>
                <c:pt idx="332">
                  <c:v>2.1771049648687661E-7</c:v>
                </c:pt>
                <c:pt idx="333">
                  <c:v>2.078975253909007E-7</c:v>
                </c:pt>
                <c:pt idx="334">
                  <c:v>1.9852685911386704E-7</c:v>
                </c:pt>
                <c:pt idx="335">
                  <c:v>1.8957856143554776E-7</c:v>
                </c:pt>
                <c:pt idx="336">
                  <c:v>1.8103359473066562E-7</c:v>
                </c:pt>
                <c:pt idx="337">
                  <c:v>1.7287377946608682E-7</c:v>
                </c:pt>
                <c:pt idx="338">
                  <c:v>1.6508175552361658E-7</c:v>
                </c:pt>
                <c:pt idx="339">
                  <c:v>1.5764094526611087E-7</c:v>
                </c:pt>
                <c:pt idx="340">
                  <c:v>1.5053551826832753E-7</c:v>
                </c:pt>
                <c:pt idx="341">
                  <c:v>1.4375035763748081E-7</c:v>
                </c:pt>
                <c:pt idx="342">
                  <c:v>1.3727102785184582E-7</c:v>
                </c:pt>
                <c:pt idx="343">
                  <c:v>1.3108374404898946E-7</c:v>
                </c:pt>
                <c:pt idx="344">
                  <c:v>1.2517534269828759E-7</c:v>
                </c:pt>
                <c:pt idx="345">
                  <c:v>1.1953325359533423E-7</c:v>
                </c:pt>
                <c:pt idx="346">
                  <c:v>1.1414547311866032E-7</c:v>
                </c:pt>
                <c:pt idx="347">
                  <c:v>1.0900053869186557E-7</c:v>
                </c:pt>
                <c:pt idx="348">
                  <c:v>1.0408750439683075E-7</c:v>
                </c:pt>
                <c:pt idx="349">
                  <c:v>9.9395917686127831E-8</c:v>
                </c:pt>
                <c:pt idx="350">
                  <c:v>9.4915797145082787E-8</c:v>
                </c:pt>
                <c:pt idx="351">
                  <c:v>9.0637611256179833E-8</c:v>
                </c:pt>
                <c:pt idx="352">
                  <c:v>8.6552258120628069E-8</c:v>
                </c:pt>
                <c:pt idx="353">
                  <c:v>8.2651046093947652E-8</c:v>
                </c:pt>
                <c:pt idx="354">
                  <c:v>7.8925675294377725E-8</c:v>
                </c:pt>
                <c:pt idx="355">
                  <c:v>7.536821994476487E-8</c:v>
                </c:pt>
                <c:pt idx="356">
                  <c:v>7.1971111510364173E-8</c:v>
                </c:pt>
                <c:pt idx="357">
                  <c:v>6.8727122596678354E-8</c:v>
                </c:pt>
                <c:pt idx="358">
                  <c:v>6.5629351573077519E-8</c:v>
                </c:pt>
                <c:pt idx="359">
                  <c:v>6.2671207889485897E-8</c:v>
                </c:pt>
                <c:pt idx="360">
                  <c:v>5.9846398054896715E-8</c:v>
                </c:pt>
                <c:pt idx="361">
                  <c:v>5.7148912247884327E-8</c:v>
                </c:pt>
                <c:pt idx="362">
                  <c:v>5.4573011530627186E-8</c:v>
                </c:pt>
                <c:pt idx="363">
                  <c:v>5.2113215639239444E-8</c:v>
                </c:pt>
                <c:pt idx="364">
                  <c:v>4.9764291324434793E-8</c:v>
                </c:pt>
                <c:pt idx="365">
                  <c:v>4.7521241217717319E-8</c:v>
                </c:pt>
                <c:pt idx="366">
                  <c:v>4.5379293199411881E-8</c:v>
                </c:pt>
                <c:pt idx="367">
                  <c:v>4.3333890245914471E-8</c:v>
                </c:pt>
                <c:pt idx="368">
                  <c:v>4.1380680734562386E-8</c:v>
                </c:pt>
                <c:pt idx="369">
                  <c:v>3.9515509185497708E-8</c:v>
                </c:pt>
                <c:pt idx="370">
                  <c:v>3.7734407420827236E-8</c:v>
                </c:pt>
                <c:pt idx="371">
                  <c:v>3.6033586122269964E-8</c:v>
                </c:pt>
                <c:pt idx="372">
                  <c:v>3.4409426769330781E-8</c:v>
                </c:pt>
                <c:pt idx="373">
                  <c:v>3.2858473940848779E-8</c:v>
                </c:pt>
                <c:pt idx="374">
                  <c:v>3.1377427963541645E-8</c:v>
                </c:pt>
                <c:pt idx="375">
                  <c:v>2.9963137891905797E-8</c:v>
                </c:pt>
                <c:pt idx="376">
                  <c:v>2.861259480453685E-8</c:v>
                </c:pt>
                <c:pt idx="377">
                  <c:v>2.7322925402608337E-8</c:v>
                </c:pt>
                <c:pt idx="378">
                  <c:v>2.6091385896889269E-8</c:v>
                </c:pt>
                <c:pt idx="379">
                  <c:v>2.4915356170295166E-8</c:v>
                </c:pt>
                <c:pt idx="380">
                  <c:v>2.3792334203553247E-8</c:v>
                </c:pt>
                <c:pt idx="381">
                  <c:v>2.2719930752122322E-8</c:v>
                </c:pt>
                <c:pt idx="382">
                  <c:v>2.1695864263042453E-8</c:v>
                </c:pt>
                <c:pt idx="383">
                  <c:v>2.0717956020899952E-8</c:v>
                </c:pt>
                <c:pt idx="384">
                  <c:v>1.9784125512580635E-8</c:v>
                </c:pt>
                <c:pt idx="385">
                  <c:v>1.8892386000949801E-8</c:v>
                </c:pt>
                <c:pt idx="386">
                  <c:v>1.8040840298041924E-8</c:v>
                </c:pt>
                <c:pt idx="387">
                  <c:v>1.7227676728767375E-8</c:v>
                </c:pt>
                <c:pt idx="388">
                  <c:v>1.6451165276548984E-8</c:v>
                </c:pt>
                <c:pt idx="389">
                  <c:v>1.5709653902688198E-8</c:v>
                </c:pt>
                <c:pt idx="390">
                  <c:v>1.500156503163022E-8</c:v>
                </c:pt>
                <c:pt idx="391">
                  <c:v>1.4325392194650519E-8</c:v>
                </c:pt>
                <c:pt idx="392">
                  <c:v>1.3679696824822089E-8</c:v>
                </c:pt>
                <c:pt idx="393">
                  <c:v>1.3063105196444703E-8</c:v>
                </c:pt>
                <c:pt idx="394">
                  <c:v>1.247430550242475E-8</c:v>
                </c:pt>
                <c:pt idx="395">
                  <c:v>1.1912045063387782E-8</c:v>
                </c:pt>
                <c:pt idx="396">
                  <c:v>1.1375127662586057E-8</c:v>
                </c:pt>
                <c:pt idx="397">
                  <c:v>1.0862411000931108E-8</c:v>
                </c:pt>
                <c:pt idx="398">
                  <c:v>1.0372804266736862E-8</c:v>
                </c:pt>
                <c:pt idx="399">
                  <c:v>9.9052658150029077E-9</c:v>
                </c:pt>
                <c:pt idx="400">
                  <c:v>9.4588009513005686E-9</c:v>
                </c:pt>
                <c:pt idx="401">
                  <c:v>9.0324598155469378E-9</c:v>
                </c:pt>
                <c:pt idx="402">
                  <c:v>8.6253353611646069E-9</c:v>
                </c:pt>
                <c:pt idx="403">
                  <c:v>8.2365614253277132E-9</c:v>
                </c:pt>
                <c:pt idx="404">
                  <c:v>7.8653108861887186E-9</c:v>
                </c:pt>
                <c:pt idx="405">
                  <c:v>7.5107939031654075E-9</c:v>
                </c:pt>
                <c:pt idx="406">
                  <c:v>7.1722562365442805E-9</c:v>
                </c:pt>
                <c:pt idx="407">
                  <c:v>6.8489776428252845E-9</c:v>
                </c:pt>
                <c:pt idx="408">
                  <c:v>6.540270342393948E-9</c:v>
                </c:pt>
                <c:pt idx="409">
                  <c:v>6.2454775562608778E-9</c:v>
                </c:pt>
                <c:pt idx="410">
                  <c:v>5.963972108755509E-9</c:v>
                </c:pt>
                <c:pt idx="411">
                  <c:v>5.6951550932013137E-9</c:v>
                </c:pt>
                <c:pt idx="412">
                  <c:v>5.4384545977336854E-9</c:v>
                </c:pt>
                <c:pt idx="413">
                  <c:v>5.1933244885496529E-9</c:v>
                </c:pt>
                <c:pt idx="414">
                  <c:v>4.9592432480007687E-9</c:v>
                </c:pt>
                <c:pt idx="415">
                  <c:v>4.7357128650572031E-9</c:v>
                </c:pt>
                <c:pt idx="416">
                  <c:v>4.5222577757824936E-9</c:v>
                </c:pt>
                <c:pt idx="417">
                  <c:v>4.3184238515647838E-9</c:v>
                </c:pt>
                <c:pt idx="418">
                  <c:v>4.1237774329520156E-9</c:v>
                </c:pt>
                <c:pt idx="419">
                  <c:v>3.9379044070355313E-9</c:v>
                </c:pt>
                <c:pt idx="420">
                  <c:v>3.7604093264192182E-9</c:v>
                </c:pt>
                <c:pt idx="421">
                  <c:v>3.5909145678997804E-9</c:v>
                </c:pt>
                <c:pt idx="422">
                  <c:v>3.4290595290682306E-9</c:v>
                </c:pt>
                <c:pt idx="423">
                  <c:v>3.2744998611233473E-9</c:v>
                </c:pt>
                <c:pt idx="424">
                  <c:v>3.1269067362649072E-9</c:v>
                </c:pt>
                <c:pt idx="425">
                  <c:v>2.9859661481080586E-9</c:v>
                </c:pt>
                <c:pt idx="426">
                  <c:v>2.851378243630457E-9</c:v>
                </c:pt>
                <c:pt idx="427">
                  <c:v>2.7228566852308742E-9</c:v>
                </c:pt>
                <c:pt idx="428">
                  <c:v>2.600128041542048E-9</c:v>
                </c:pt>
                <c:pt idx="429">
                  <c:v>2.4829312057017206E-9</c:v>
                </c:pt>
                <c:pt idx="430">
                  <c:v>2.3710168398442331E-9</c:v>
                </c:pt>
                <c:pt idx="431">
                  <c:v>2.2641468446308138E-9</c:v>
                </c:pt>
                <c:pt idx="432">
                  <c:v>2.1620938526899933E-9</c:v>
                </c:pt>
                <c:pt idx="433">
                  <c:v>2.0646407448904204E-9</c:v>
                </c:pt>
                <c:pt idx="434">
                  <c:v>1.9715801884169518E-9</c:v>
                </c:pt>
                <c:pt idx="435">
                  <c:v>1.8827141956672611E-9</c:v>
                </c:pt>
                <c:pt idx="436">
                  <c:v>1.7978537030305179E-9</c:v>
                </c:pt>
                <c:pt idx="437">
                  <c:v>1.7168181686519758E-9</c:v>
                </c:pt>
                <c:pt idx="438">
                  <c:v>1.6394351883277189E-9</c:v>
                </c:pt>
                <c:pt idx="439">
                  <c:v>1.5655401287123663E-9</c:v>
                </c:pt>
                <c:pt idx="440">
                  <c:v>1.4949757770593863E-9</c:v>
                </c:pt>
                <c:pt idx="441">
                  <c:v>1.4275920067488343E-9</c:v>
                </c:pt>
                <c:pt idx="442">
                  <c:v>1.3632454578909248E-9</c:v>
                </c:pt>
                <c:pt idx="443">
                  <c:v>1.3017992323259095E-9</c:v>
                </c:pt>
                <c:pt idx="444">
                  <c:v>1.2431226023713779E-9</c:v>
                </c:pt>
                <c:pt idx="445">
                  <c:v>1.1870907326973312E-9</c:v>
                </c:pt>
                <c:pt idx="446">
                  <c:v>1.133584414737315E-9</c:v>
                </c:pt>
                <c:pt idx="447">
                  <c:v>1.082489813070571E-9</c:v>
                </c:pt>
                <c:pt idx="448">
                  <c:v>1.0336982232356261E-9</c:v>
                </c:pt>
                <c:pt idx="449">
                  <c:v>9.8710584046007041E-10</c:v>
                </c:pt>
                <c:pt idx="450">
                  <c:v>9.4261353881448761E-10</c:v>
                </c:pt>
                <c:pt idx="451">
                  <c:v>9.0012666032069067E-10</c:v>
                </c:pt>
                <c:pt idx="452">
                  <c:v>8.5955481356558169E-10</c:v>
                </c:pt>
                <c:pt idx="453">
                  <c:v>8.2081168139218894E-10</c:v>
                </c:pt>
                <c:pt idx="454">
                  <c:v>7.8381483725873912E-10</c:v>
                </c:pt>
                <c:pt idx="455">
                  <c:v>7.4848556987506614E-10</c:v>
                </c:pt>
                <c:pt idx="456">
                  <c:v>7.1474871574326821E-10</c:v>
                </c:pt>
                <c:pt idx="457">
                  <c:v>6.8253249924634157E-10</c:v>
                </c:pt>
                <c:pt idx="458">
                  <c:v>6.5176837994457749E-10</c:v>
                </c:pt>
                <c:pt idx="459">
                  <c:v>6.2239090675484222E-10</c:v>
                </c:pt>
                <c:pt idx="460">
                  <c:v>5.9433757870250518E-10</c:v>
                </c:pt>
                <c:pt idx="461">
                  <c:v>5.6754871194976439E-10</c:v>
                </c:pt>
                <c:pt idx="462">
                  <c:v>5.4196731281746707E-10</c:v>
                </c:pt>
                <c:pt idx="463">
                  <c:v>5.1753895653028129E-10</c:v>
                </c:pt>
                <c:pt idx="464">
                  <c:v>4.9421167142724389E-10</c:v>
                </c:pt>
                <c:pt idx="465">
                  <c:v>4.7193582839134408E-10</c:v>
                </c:pt>
                <c:pt idx="466">
                  <c:v>4.5066403526289987E-10</c:v>
                </c:pt>
                <c:pt idx="467">
                  <c:v>4.3035103601209304E-10</c:v>
                </c:pt>
                <c:pt idx="468">
                  <c:v>4.1095361445614838E-10</c:v>
                </c:pt>
                <c:pt idx="469">
                  <c:v>3.9243050231631594E-10</c:v>
                </c:pt>
                <c:pt idx="470">
                  <c:v>3.7474229141904551E-10</c:v>
                </c:pt>
                <c:pt idx="471">
                  <c:v>3.5785134985456038E-10</c:v>
                </c:pt>
                <c:pt idx="472">
                  <c:v>3.4172174191445605E-10</c:v>
                </c:pt>
                <c:pt idx="473">
                  <c:v>3.2631915163799127E-10</c:v>
                </c:pt>
                <c:pt idx="474">
                  <c:v>3.1161080980441316E-10</c:v>
                </c:pt>
                <c:pt idx="475">
                  <c:v>2.97565424215994E-10</c:v>
                </c:pt>
                <c:pt idx="476">
                  <c:v>2.8415311312345384E-10</c:v>
                </c:pt>
                <c:pt idx="477">
                  <c:v>2.7134534165213158E-10</c:v>
                </c:pt>
                <c:pt idx="478">
                  <c:v>2.5911486109365021E-10</c:v>
                </c:pt>
                <c:pt idx="479">
                  <c:v>2.4743565093391828E-10</c:v>
                </c:pt>
                <c:pt idx="480">
                  <c:v>2.3628286349413179E-10</c:v>
                </c:pt>
                <c:pt idx="481">
                  <c:v>2.2563277106699838E-10</c:v>
                </c:pt>
                <c:pt idx="482">
                  <c:v>2.1546271543571707E-10</c:v>
                </c:pt>
                <c:pt idx="483">
                  <c:v>2.0575105966831301E-10</c:v>
                </c:pt>
                <c:pt idx="484">
                  <c:v>1.964771420847698E-10</c:v>
                </c:pt>
                <c:pt idx="485">
                  <c:v>1.8762123229902358E-10</c:v>
                </c:pt>
                <c:pt idx="486">
                  <c:v>1.7916448924229785E-10</c:v>
                </c:pt>
                <c:pt idx="487">
                  <c:v>1.7108892107847286E-10</c:v>
                </c:pt>
                <c:pt idx="488">
                  <c:v>1.6337734692620888E-10</c:v>
                </c:pt>
                <c:pt idx="489">
                  <c:v>1.5601336030638709E-10</c:v>
                </c:pt>
                <c:pt idx="490">
                  <c:v>1.4898129423710165E-10</c:v>
                </c:pt>
                <c:pt idx="491">
                  <c:v>1.4226618790194209E-10</c:v>
                </c:pt>
                <c:pt idx="492">
                  <c:v>1.3585375482065246E-10</c:v>
                </c:pt>
                <c:pt idx="493">
                  <c:v>1.2973035245444995E-10</c:v>
                </c:pt>
                <c:pt idx="494">
                  <c:v>1.2388295318133764E-10</c:v>
                </c:pt>
                <c:pt idx="495">
                  <c:v>1.1829911657966106E-10</c:v>
                </c:pt>
                <c:pt idx="496">
                  <c:v>1.1296696296094165E-10</c:v>
                </c:pt>
                <c:pt idx="497">
                  <c:v>1.0787514809567756E-10</c:v>
                </c:pt>
                <c:pt idx="498">
                  <c:v>1.0301283907834079E-10</c:v>
                </c:pt>
                <c:pt idx="499">
                  <c:v>9.8369691280222982E-11</c:v>
                </c:pt>
                <c:pt idx="500">
                  <c:v>9.3935826341096865E-11</c:v>
                </c:pt>
                <c:pt idx="501">
                  <c:v>8.9701811152870231E-11</c:v>
                </c:pt>
                <c:pt idx="502">
                  <c:v>8.565863779051989E-11</c:v>
                </c:pt>
                <c:pt idx="503">
                  <c:v>8.1797704347608433E-11</c:v>
                </c:pt>
                <c:pt idx="504">
                  <c:v>7.8110796635610943E-11</c:v>
                </c:pt>
                <c:pt idx="505">
                  <c:v>7.4590070708117114E-11</c:v>
                </c:pt>
                <c:pt idx="506">
                  <c:v>7.1228036172728172E-11</c:v>
                </c:pt>
                <c:pt idx="507">
                  <c:v>6.8017540255145065E-11</c:v>
                </c:pt>
                <c:pt idx="508">
                  <c:v>6.4951752581543613E-11</c:v>
                </c:pt>
                <c:pt idx="509">
                  <c:v>6.2024150646861121E-11</c:v>
                </c:pt>
                <c:pt idx="510">
                  <c:v>5.9228505938077895E-11</c:v>
                </c:pt>
                <c:pt idx="511">
                  <c:v>5.6558870682970982E-11</c:v>
                </c:pt>
                <c:pt idx="512">
                  <c:v>5.400956519614761E-11</c:v>
                </c:pt>
                <c:pt idx="513">
                  <c:v>5.157516579543718E-11</c:v>
                </c:pt>
                <c:pt idx="514">
                  <c:v>4.9250493262933457E-11</c:v>
                </c:pt>
                <c:pt idx="515">
                  <c:v>4.7030601826137915E-11</c:v>
                </c:pt>
                <c:pt idx="516">
                  <c:v>4.4910768635761345E-11</c:v>
                </c:pt>
                <c:pt idx="517">
                  <c:v>4.2886483717797575E-11</c:v>
                </c:pt>
                <c:pt idx="518">
                  <c:v>4.0953440378492354E-11</c:v>
                </c:pt>
                <c:pt idx="519">
                  <c:v>3.9107526041793657E-11</c:v>
                </c:pt>
                <c:pt idx="520">
                  <c:v>3.7344813499790064E-11</c:v>
                </c:pt>
                <c:pt idx="521">
                  <c:v>3.5661552557522441E-11</c:v>
                </c:pt>
                <c:pt idx="522">
                  <c:v>3.4054162054393038E-11</c:v>
                </c:pt>
                <c:pt idx="523">
                  <c:v>3.251922224519747E-11</c:v>
                </c:pt>
                <c:pt idx="524">
                  <c:v>3.1053467524570224E-11</c:v>
                </c:pt>
                <c:pt idx="525">
                  <c:v>2.9653779479364729E-11</c:v>
                </c:pt>
                <c:pt idx="526">
                  <c:v>2.831718025418686E-11</c:v>
                </c:pt>
                <c:pt idx="527">
                  <c:v>2.7040826215966999E-11</c:v>
                </c:pt>
                <c:pt idx="528">
                  <c:v>2.5822001904091953E-11</c:v>
                </c:pt>
                <c:pt idx="529">
                  <c:v>2.4658114253225456E-11</c:v>
                </c:pt>
                <c:pt idx="530">
                  <c:v>2.3546687076526332E-11</c:v>
                </c:pt>
                <c:pt idx="531">
                  <c:v>2.2485355797527246E-11</c:v>
                </c:pt>
                <c:pt idx="532">
                  <c:v>2.1471862419466032E-11</c:v>
                </c:pt>
                <c:pt idx="533">
                  <c:v>2.0504050721366795E-11</c:v>
                </c:pt>
                <c:pt idx="534">
                  <c:v>1.9579861670650423E-11</c:v>
                </c:pt>
                <c:pt idx="535">
                  <c:v>1.8697329042514686E-11</c:v>
                </c:pt>
                <c:pt idx="536">
                  <c:v>1.7854575236764178E-11</c:v>
                </c:pt>
                <c:pt idx="537">
                  <c:v>1.7049807283190311E-11</c:v>
                </c:pt>
                <c:pt idx="538">
                  <c:v>1.6281313027002755E-11</c:v>
                </c:pt>
                <c:pt idx="539">
                  <c:v>1.5547457486196779E-11</c:v>
                </c:pt>
                <c:pt idx="540">
                  <c:v>1.4846679373106767E-11</c:v>
                </c:pt>
                <c:pt idx="541">
                  <c:v>1.4177487772745409E-11</c:v>
                </c:pt>
                <c:pt idx="542">
                  <c:v>1.3538458970861761E-11</c:v>
                </c:pt>
                <c:pt idx="543">
                  <c:v>1.2928233424969764E-11</c:v>
                </c:pt>
                <c:pt idx="544">
                  <c:v>1.2345512871903066E-11</c:v>
                </c:pt>
                <c:pt idx="545">
                  <c:v>1.1789057565742456E-11</c:v>
                </c:pt>
                <c:pt idx="546">
                  <c:v>1.125768364023951E-11</c:v>
                </c:pt>
                <c:pt idx="547">
                  <c:v>1.075026059012502E-11</c:v>
                </c:pt>
                <c:pt idx="548">
                  <c:v>1.0265708865943614E-11</c:v>
                </c:pt>
                <c:pt idx="549">
                  <c:v>9.8029975772975914E-12</c:v>
                </c:pt>
                <c:pt idx="550">
                  <c:v>9.3611422996135329E-12</c:v>
                </c:pt>
                <c:pt idx="551">
                  <c:v>8.9392029797656151E-12</c:v>
                </c:pt>
                <c:pt idx="552">
                  <c:v>8.536281936099769E-12</c:v>
                </c:pt>
                <c:pt idx="553">
                  <c:v>8.1515219486037243E-12</c:v>
                </c:pt>
                <c:pt idx="554">
                  <c:v>7.7841044351597486E-12</c:v>
                </c:pt>
                <c:pt idx="555">
                  <c:v>7.433247710000038E-12</c:v>
                </c:pt>
                <c:pt idx="556">
                  <c:v>7.0982053206595842E-12</c:v>
                </c:pt>
                <c:pt idx="557">
                  <c:v>6.7782644598883921E-12</c:v>
                </c:pt>
                <c:pt idx="558">
                  <c:v>6.4727444491443308E-12</c:v>
                </c:pt>
                <c:pt idx="559">
                  <c:v>6.1809952904402601E-12</c:v>
                </c:pt>
                <c:pt idx="560">
                  <c:v>5.9023962834644542E-12</c:v>
                </c:pt>
                <c:pt idx="561">
                  <c:v>5.6363547050322278E-12</c:v>
                </c:pt>
                <c:pt idx="562">
                  <c:v>5.3823045480592808E-12</c:v>
                </c:pt>
                <c:pt idx="563">
                  <c:v>5.1397053173739148E-12</c:v>
                </c:pt>
                <c:pt idx="564">
                  <c:v>4.9080408798061826E-12</c:v>
                </c:pt>
                <c:pt idx="565">
                  <c:v>4.6868183661075401E-12</c:v>
                </c:pt>
                <c:pt idx="566">
                  <c:v>4.4755671223647993E-12</c:v>
                </c:pt>
                <c:pt idx="567">
                  <c:v>4.2738377086775121E-12</c:v>
                </c:pt>
                <c:pt idx="568">
                  <c:v>4.0812009429684581E-12</c:v>
                </c:pt>
                <c:pt idx="569">
                  <c:v>3.8972469878929238E-12</c:v>
                </c:pt>
                <c:pt idx="570">
                  <c:v>3.7215844789041678E-12</c:v>
                </c:pt>
                <c:pt idx="571">
                  <c:v>3.5538396916200109E-12</c:v>
                </c:pt>
                <c:pt idx="572">
                  <c:v>3.3936557467191217E-12</c:v>
                </c:pt>
                <c:pt idx="573">
                  <c:v>3.240691850675392E-12</c:v>
                </c:pt>
                <c:pt idx="574">
                  <c:v>3.0946225707150698E-12</c:v>
                </c:pt>
                <c:pt idx="575">
                  <c:v>2.955137142454094E-12</c:v>
                </c:pt>
                <c:pt idx="576">
                  <c:v>2.8219388087426327E-12</c:v>
                </c:pt>
                <c:pt idx="577">
                  <c:v>2.6947441883102027E-12</c:v>
                </c:pt>
                <c:pt idx="578">
                  <c:v>2.5732826728681533E-12</c:v>
                </c:pt>
                <c:pt idx="579">
                  <c:v>2.4572958513868427E-12</c:v>
                </c:pt>
                <c:pt idx="580">
                  <c:v>2.3465369603226527E-12</c:v>
                </c:pt>
                <c:pt idx="581">
                  <c:v>2.2407703586251853E-12</c:v>
                </c:pt>
                <c:pt idx="582">
                  <c:v>2.1397710264077145E-12</c:v>
                </c:pt>
                <c:pt idx="583">
                  <c:v>2.0433240862143127E-12</c:v>
                </c:pt>
                <c:pt idx="584">
                  <c:v>1.9512243458651325E-12</c:v>
                </c:pt>
                <c:pt idx="585">
                  <c:v>1.8632758619072481E-12</c:v>
                </c:pt>
                <c:pt idx="586">
                  <c:v>1.7792915227422893E-12</c:v>
                </c:pt>
                <c:pt idx="587">
                  <c:v>1.6990926505439634E-12</c:v>
                </c:pt>
                <c:pt idx="588">
                  <c:v>1.622508621118547E-12</c:v>
                </c:pt>
                <c:pt idx="589">
                  <c:v>1.5493765008995854E-12</c:v>
                </c:pt>
                <c:pt idx="590">
                  <c:v>1.4795407003045121E-12</c:v>
                </c:pt>
                <c:pt idx="591">
                  <c:v>1.4128526427156889E-12</c:v>
                </c:pt>
                <c:pt idx="592">
                  <c:v>1.3491704483816276E-12</c:v>
                </c:pt>
                <c:pt idx="593">
                  <c:v>1.288358632565885E-12</c:v>
                </c:pt>
                <c:pt idx="594">
                  <c:v>1.2302878173014399E-12</c:v>
                </c:pt>
                <c:pt idx="595">
                  <c:v>1.174834456137303E-12</c:v>
                </c:pt>
                <c:pt idx="596">
                  <c:v>1.1218805712917604E-12</c:v>
                </c:pt>
                <c:pt idx="597">
                  <c:v>1.0713135026530344E-12</c:v>
                </c:pt>
                <c:pt idx="598">
                  <c:v>1.0230256680933598E-12</c:v>
                </c:pt>
                <c:pt idx="599">
                  <c:v>9.7691433458654044E-13</c:v>
                </c:pt>
                <c:pt idx="600">
                  <c:v>9.3288139964203654E-13</c:v>
                </c:pt>
                <c:pt idx="601">
                  <c:v>8.9083318259057863E-13</c:v>
                </c:pt>
                <c:pt idx="602">
                  <c:v>8.5068022527726645E-13</c:v>
                </c:pt>
                <c:pt idx="603">
                  <c:v>8.1233710173812517E-13</c:v>
                </c:pt>
                <c:pt idx="604">
                  <c:v>7.7572223645520316E-13</c:v>
                </c:pt>
                <c:pt idx="605">
                  <c:v>7.4075773080354499E-13</c:v>
                </c:pt>
                <c:pt idx="606">
                  <c:v>7.073691973208057E-13</c:v>
                </c:pt>
                <c:pt idx="607">
                  <c:v>6.7548560144691001E-13</c:v>
                </c:pt>
                <c:pt idx="608">
                  <c:v>6.4503911039705842E-13</c:v>
                </c:pt>
                <c:pt idx="609">
                  <c:v>6.1596494884655223E-13</c:v>
                </c:pt>
                <c:pt idx="610">
                  <c:v>5.8820126112040782E-13</c:v>
                </c:pt>
                <c:pt idx="611">
                  <c:v>5.6168897959456473E-13</c:v>
                </c:pt>
                <c:pt idx="612">
                  <c:v>5.3637169902871047E-13</c:v>
                </c:pt>
                <c:pt idx="613">
                  <c:v>5.1219555656336316E-13</c:v>
                </c:pt>
                <c:pt idx="614">
                  <c:v>4.8910911712590339E-13</c:v>
                </c:pt>
                <c:pt idx="615">
                  <c:v>4.6706326400175639E-13</c:v>
                </c:pt>
                <c:pt idx="616">
                  <c:v>4.4601109433791257E-13</c:v>
                </c:pt>
                <c:pt idx="617">
                  <c:v>4.2590781935646784E-13</c:v>
                </c:pt>
                <c:pt idx="618">
                  <c:v>4.0671066906588881E-13</c:v>
                </c:pt>
                <c:pt idx="619">
                  <c:v>3.8837880126727222E-13</c:v>
                </c:pt>
                <c:pt idx="620">
                  <c:v>3.7087321466201066E-13</c:v>
                </c:pt>
                <c:pt idx="621">
                  <c:v>3.5415666587599769E-13</c:v>
                </c:pt>
                <c:pt idx="622">
                  <c:v>3.3819359022384209E-13</c:v>
                </c:pt>
                <c:pt idx="623">
                  <c:v>3.2295002604451496E-13</c:v>
                </c:pt>
                <c:pt idx="624">
                  <c:v>3.083935424474527E-13</c:v>
                </c:pt>
                <c:pt idx="625">
                  <c:v>2.9449317031539569E-13</c:v>
                </c:pt>
                <c:pt idx="626">
                  <c:v>2.8121933641716889E-13</c:v>
                </c:pt>
                <c:pt idx="627">
                  <c:v>2.6854380049022953E-13</c:v>
                </c:pt>
                <c:pt idx="628">
                  <c:v>2.5643959515912371E-13</c:v>
                </c:pt>
                <c:pt idx="629">
                  <c:v>2.4488096856202746E-13</c:v>
                </c:pt>
                <c:pt idx="630">
                  <c:v>2.3384332956330966E-13</c:v>
                </c:pt>
                <c:pt idx="631">
                  <c:v>2.2330319543555598E-13</c:v>
                </c:pt>
                <c:pt idx="632">
                  <c:v>2.1323814189974608E-13</c:v>
                </c:pt>
                <c:pt idx="633">
                  <c:v>2.0362675541729436E-13</c:v>
                </c:pt>
                <c:pt idx="634">
                  <c:v>1.9444858763245483E-13</c:v>
                </c:pt>
                <c:pt idx="635">
                  <c:v>1.8568411186816553E-13</c:v>
                </c:pt>
                <c:pt idx="636">
                  <c:v>1.7731468158277685E-13</c:v>
                </c:pt>
                <c:pt idx="637">
                  <c:v>1.6932249069928013E-13</c:v>
                </c:pt>
                <c:pt idx="638">
                  <c:v>1.6169053572263597E-13</c:v>
                </c:pt>
                <c:pt idx="639">
                  <c:v>1.5440257956460696E-13</c:v>
                </c:pt>
                <c:pt idx="640">
                  <c:v>1.4744311699913098E-13</c:v>
                </c:pt>
                <c:pt idx="641">
                  <c:v>1.4079734167474147E-13</c:v>
                </c:pt>
                <c:pt idx="642">
                  <c:v>1.34451114613853E-13</c:v>
                </c:pt>
                <c:pt idx="643">
                  <c:v>1.2839093413189347E-13</c:v>
                </c:pt>
                <c:pt idx="644">
                  <c:v>1.2260390711228645E-13</c:v>
                </c:pt>
                <c:pt idx="645">
                  <c:v>1.1707772157616966E-13</c:v>
                </c:pt>
                <c:pt idx="646">
                  <c:v>1.1180062048849232E-13</c:v>
                </c:pt>
                <c:pt idx="647">
                  <c:v>1.0676137674476278E-13</c:v>
                </c:pt>
                <c:pt idx="648">
                  <c:v>1.019492692852306E-13</c:v>
                </c:pt>
                <c:pt idx="649">
                  <c:v>9.7354060285685949E-14</c:v>
                </c:pt>
                <c:pt idx="650">
                  <c:v>9.2965973376348896E-14</c:v>
                </c:pt>
                <c:pt idx="651">
                  <c:v>8.8775672842509604E-14</c:v>
                </c:pt>
                <c:pt idx="652">
                  <c:v>8.477424376266791E-14</c:v>
                </c:pt>
                <c:pt idx="653">
                  <c:v>8.095317304191641E-14</c:v>
                </c:pt>
                <c:pt idx="654">
                  <c:v>7.7304331300214957E-14</c:v>
                </c:pt>
                <c:pt idx="655">
                  <c:v>7.3819955577023855E-14</c:v>
                </c:pt>
                <c:pt idx="656">
                  <c:v>7.0492632815499467E-14</c:v>
                </c:pt>
                <c:pt idx="657">
                  <c:v>6.7315284091114761E-14</c:v>
                </c:pt>
                <c:pt idx="658">
                  <c:v>6.428114955115088E-14</c:v>
                </c:pt>
                <c:pt idx="659">
                  <c:v>6.1383774033018374E-14</c:v>
                </c:pt>
                <c:pt idx="660">
                  <c:v>5.8616993330810776E-14</c:v>
                </c:pt>
                <c:pt idx="661">
                  <c:v>5.5974921080872497E-14</c:v>
                </c:pt>
                <c:pt idx="662">
                  <c:v>5.3451936238480004E-14</c:v>
                </c:pt>
                <c:pt idx="663">
                  <c:v>5.1042671118992443E-14</c:v>
                </c:pt>
                <c:pt idx="664">
                  <c:v>4.8741999978029475E-14</c:v>
                </c:pt>
                <c:pt idx="665">
                  <c:v>4.6545028106380222E-14</c:v>
                </c:pt>
                <c:pt idx="666">
                  <c:v>4.4447081416442705E-14</c:v>
                </c:pt>
                <c:pt idx="667">
                  <c:v>4.2443696498038779E-14</c:v>
                </c:pt>
                <c:pt idx="668">
                  <c:v>4.0530611122448103E-14</c:v>
                </c:pt>
                <c:pt idx="669">
                  <c:v>3.870375517445849E-14</c:v>
                </c:pt>
                <c:pt idx="670">
                  <c:v>3.6959241993140273E-14</c:v>
                </c:pt>
                <c:pt idx="671">
                  <c:v>3.5293360102922242E-14</c:v>
                </c:pt>
                <c:pt idx="672">
                  <c:v>3.3702565317376737E-14</c:v>
                </c:pt>
                <c:pt idx="673">
                  <c:v>3.2183473198914762E-14</c:v>
                </c:pt>
                <c:pt idx="674">
                  <c:v>3.0732851858348838E-14</c:v>
                </c:pt>
                <c:pt idx="675">
                  <c:v>2.9347615079004732E-14</c:v>
                </c:pt>
                <c:pt idx="676">
                  <c:v>2.8024815750753415E-14</c:v>
                </c:pt>
                <c:pt idx="677">
                  <c:v>2.6761639599994092E-14</c:v>
                </c:pt>
                <c:pt idx="678">
                  <c:v>2.5555399202248745E-14</c:v>
                </c:pt>
                <c:pt idx="679">
                  <c:v>2.4403528264629949E-14</c:v>
                </c:pt>
                <c:pt idx="680">
                  <c:v>2.3303576166017742E-14</c:v>
                </c:pt>
                <c:pt idx="681">
                  <c:v>2.225320274332983E-14</c:v>
                </c:pt>
                <c:pt idx="682">
                  <c:v>2.12501733127927E-14</c:v>
                </c:pt>
                <c:pt idx="683">
                  <c:v>2.029235391562145E-14</c:v>
                </c:pt>
                <c:pt idx="684">
                  <c:v>1.9377706777993382E-14</c:v>
                </c:pt>
                <c:pt idx="685">
                  <c:v>1.8504285975656423E-14</c:v>
                </c:pt>
                <c:pt idx="686">
                  <c:v>1.7670233293948747E-14</c:v>
                </c:pt>
                <c:pt idx="687">
                  <c:v>1.6873774274421766E-14</c:v>
                </c:pt>
                <c:pt idx="688">
                  <c:v>1.6113214439655582E-14</c:v>
                </c:pt>
                <c:pt idx="689">
                  <c:v>1.5386935688235191E-14</c:v>
                </c:pt>
                <c:pt idx="690">
                  <c:v>1.4693392852217666E-14</c:v>
                </c:pt>
                <c:pt idx="691">
                  <c:v>1.4031110409766284E-14</c:v>
                </c:pt>
                <c:pt idx="692">
                  <c:v>1.3398679345957733E-14</c:v>
                </c:pt>
                <c:pt idx="693">
                  <c:v>1.279475415508363E-14</c:v>
                </c:pt>
                <c:pt idx="694">
                  <c:v>1.2218049978068804E-14</c:v>
                </c:pt>
                <c:pt idx="695">
                  <c:v>1.1667339868916094E-14</c:v>
                </c:pt>
                <c:pt idx="696">
                  <c:v>1.1141452184362023E-14</c:v>
                </c:pt>
                <c:pt idx="697">
                  <c:v>1.0639268091189773E-14</c:v>
                </c:pt>
                <c:pt idx="698">
                  <c:v>1.0159719185896282E-14</c:v>
                </c:pt>
                <c:pt idx="699">
                  <c:v>9.7017852216492174E-15</c:v>
                </c:pt>
                <c:pt idx="700">
                  <c:v>9.2644919376979355E-15</c:v>
                </c:pt>
                <c:pt idx="701">
                  <c:v>8.8469089866204625E-15</c:v>
                </c:pt>
                <c:pt idx="702">
                  <c:v>8.4481479549966641E-15</c:v>
                </c:pt>
                <c:pt idx="703">
                  <c:v>8.0673604732965923E-15</c:v>
                </c:pt>
                <c:pt idx="704">
                  <c:v>7.7037364109627391E-15</c:v>
                </c:pt>
                <c:pt idx="705">
                  <c:v>7.3565021528462448E-15</c:v>
                </c:pt>
                <c:pt idx="706">
                  <c:v>7.0249189533301092E-15</c:v>
                </c:pt>
                <c:pt idx="707">
                  <c:v>6.7082813646378379E-15</c:v>
                </c:pt>
                <c:pt idx="708">
                  <c:v>6.4059157359836722E-15</c:v>
                </c:pt>
                <c:pt idx="709">
                  <c:v>6.1171787803713633E-15</c:v>
                </c:pt>
                <c:pt idx="710">
                  <c:v>5.8414562059923199E-15</c:v>
                </c:pt>
                <c:pt idx="711">
                  <c:v>5.5781614093114116E-15</c:v>
                </c:pt>
                <c:pt idx="712">
                  <c:v>5.3267342270599538E-15</c:v>
                </c:pt>
                <c:pt idx="713">
                  <c:v>5.0866397444807191E-15</c:v>
                </c:pt>
                <c:pt idx="714">
                  <c:v>4.8573671572894976E-15</c:v>
                </c:pt>
                <c:pt idx="715">
                  <c:v>4.6384286849320216E-15</c:v>
                </c:pt>
                <c:pt idx="716">
                  <c:v>4.4293585328241868E-15</c:v>
                </c:pt>
                <c:pt idx="717">
                  <c:v>4.2297119013677289E-15</c:v>
                </c:pt>
                <c:pt idx="718">
                  <c:v>4.0390640396330107E-15</c:v>
                </c:pt>
                <c:pt idx="719">
                  <c:v>3.8570093416956353E-15</c:v>
                </c:pt>
                <c:pt idx="720">
                  <c:v>3.6831604837043082E-15</c:v>
                </c:pt>
                <c:pt idx="721">
                  <c:v>3.5171475998440678E-15</c:v>
                </c:pt>
                <c:pt idx="722">
                  <c:v>3.3586174954417225E-15</c:v>
                </c:pt>
                <c:pt idx="723">
                  <c:v>3.2072328955393692E-15</c:v>
                </c:pt>
                <c:pt idx="724">
                  <c:v>3.0626717273373201E-15</c:v>
                </c:pt>
                <c:pt idx="725">
                  <c:v>2.9246264349798365E-15</c:v>
                </c:pt>
                <c:pt idx="726">
                  <c:v>2.7928033252258506E-15</c:v>
                </c:pt>
                <c:pt idx="727">
                  <c:v>2.6669219426125937E-15</c:v>
                </c:pt>
                <c:pt idx="728">
                  <c:v>2.5467144727827738E-15</c:v>
                </c:pt>
                <c:pt idx="729">
                  <c:v>2.4319251727058834E-15</c:v>
                </c:pt>
                <c:pt idx="730">
                  <c:v>2.3223098265814142E-15</c:v>
                </c:pt>
                <c:pt idx="731">
                  <c:v>2.2176352262664132E-15</c:v>
                </c:pt>
                <c:pt idx="732">
                  <c:v>2.1176786751219803E-15</c:v>
                </c:pt>
                <c:pt idx="733">
                  <c:v>2.0222275142231339E-15</c:v>
                </c:pt>
                <c:pt idx="734">
                  <c:v>1.9310786699240489E-15</c:v>
                </c:pt>
                <c:pt idx="735">
                  <c:v>1.8440382218161067E-15</c:v>
                </c:pt>
                <c:pt idx="736">
                  <c:v>1.7609209901595842E-15</c:v>
                </c:pt>
                <c:pt idx="737">
                  <c:v>1.6815501419112321E-15</c:v>
                </c:pt>
                <c:pt idx="738">
                  <c:v>1.605756814509566E-15</c:v>
                </c:pt>
                <c:pt idx="739">
                  <c:v>1.5333797566174651E-15</c:v>
                </c:pt>
                <c:pt idx="740">
                  <c:v>1.4642649850577542E-15</c:v>
                </c:pt>
                <c:pt idx="741">
                  <c:v>1.3982654572118955E-15</c:v>
                </c:pt>
                <c:pt idx="742">
                  <c:v>1.3352407581848141E-15</c:v>
                </c:pt>
                <c:pt idx="743">
                  <c:v>1.2750568020702941E-15</c:v>
                </c:pt>
                <c:pt idx="744">
                  <c:v>1.217585546681386E-15</c:v>
                </c:pt>
                <c:pt idx="745">
                  <c:v>1.1627047211389081E-15</c:v>
                </c:pt>
                <c:pt idx="746">
                  <c:v>1.1102975657384858E-15</c:v>
                </c:pt>
                <c:pt idx="747">
                  <c:v>1.0602525835426875E-15</c:v>
                </c:pt>
                <c:pt idx="748">
                  <c:v>1.012463303169771E-15</c:v>
                </c:pt>
                <c:pt idx="749">
                  <c:v>9.6682805227436855E-16</c:v>
                </c:pt>
                <c:pt idx="750">
                  <c:v>9.2324974123818504E-16</c:v>
                </c:pt>
                <c:pt idx="751">
                  <c:v>8.8163565661051205E-16</c:v>
                </c:pt>
                <c:pt idx="752">
                  <c:v>8.4189726385909871E-16</c:v>
                </c:pt>
                <c:pt idx="753">
                  <c:v>8.0395001901172627E-16</c:v>
                </c:pt>
                <c:pt idx="754">
                  <c:v>7.677131887877553E-16</c:v>
                </c:pt>
                <c:pt idx="755">
                  <c:v>7.3310967883697147E-16</c:v>
                </c:pt>
                <c:pt idx="756">
                  <c:v>7.0006586972030336E-16</c:v>
                </c:pt>
                <c:pt idx="757">
                  <c:v>6.6851146028346348E-16</c:v>
                </c:pt>
                <c:pt idx="758">
                  <c:v>6.3837931809028396E-16</c:v>
                </c:pt>
                <c:pt idx="759">
                  <c:v>6.0960533659754333E-16</c:v>
                </c:pt>
                <c:pt idx="760">
                  <c:v>5.8212829876742216E-16</c:v>
                </c:pt>
                <c:pt idx="761">
                  <c:v>5.5588974682742103E-16</c:v>
                </c:pt>
                <c:pt idx="762">
                  <c:v>5.3083385790065228E-16</c:v>
                </c:pt>
                <c:pt idx="763">
                  <c:v>5.0690732524190891E-16</c:v>
                </c:pt>
                <c:pt idx="764">
                  <c:v>4.840592448268373E-16</c:v>
                </c:pt>
                <c:pt idx="765">
                  <c:v>4.6224100705293183E-16</c:v>
                </c:pt>
                <c:pt idx="766">
                  <c:v>4.4140619332194283E-16</c:v>
                </c:pt>
                <c:pt idx="767">
                  <c:v>4.2151047728367603E-16</c:v>
                </c:pt>
                <c:pt idx="768">
                  <c:v>4.0251153053107859E-16</c:v>
                </c:pt>
                <c:pt idx="769">
                  <c:v>3.8436893254597596E-16</c:v>
                </c:pt>
                <c:pt idx="770">
                  <c:v>3.6704408470386867E-16</c:v>
                </c:pt>
                <c:pt idx="771">
                  <c:v>3.505001281548324E-16</c:v>
                </c:pt>
                <c:pt idx="772">
                  <c:v>3.3470186540581264E-16</c:v>
                </c:pt>
                <c:pt idx="773">
                  <c:v>3.1961568543747819E-16</c:v>
                </c:pt>
                <c:pt idx="774">
                  <c:v>3.0520949219631969E-16</c:v>
                </c:pt>
                <c:pt idx="775">
                  <c:v>2.9145263630985808E-16</c:v>
                </c:pt>
                <c:pt idx="776">
                  <c:v>2.7831584987968694E-16</c:v>
                </c:pt>
                <c:pt idx="777">
                  <c:v>2.6577118421361983E-16</c:v>
                </c:pt>
                <c:pt idx="778">
                  <c:v>2.5379195036446663E-16</c:v>
                </c:pt>
                <c:pt idx="779">
                  <c:v>2.4235266234893456E-16</c:v>
                </c:pt>
                <c:pt idx="780">
                  <c:v>2.3142898292585145E-16</c:v>
                </c:pt>
                <c:pt idx="781">
                  <c:v>2.2099767181835334E-16</c:v>
                </c:pt>
                <c:pt idx="782">
                  <c:v>2.1103653626987881E-16</c:v>
                </c:pt>
                <c:pt idx="783">
                  <c:v>2.0152438382877673E-16</c:v>
                </c:pt>
                <c:pt idx="784">
                  <c:v>1.9244097726107664E-16</c:v>
                </c:pt>
                <c:pt idx="785">
                  <c:v>1.8376699149549763E-16</c:v>
                </c:pt>
                <c:pt idx="786">
                  <c:v>1.7548397250909581E-16</c:v>
                </c:pt>
                <c:pt idx="787">
                  <c:v>1.6757429806607882E-16</c:v>
                </c:pt>
                <c:pt idx="788">
                  <c:v>1.6002114022625914E-16</c:v>
                </c:pt>
                <c:pt idx="789">
                  <c:v>1.5280842954338199E-16</c:v>
                </c:pt>
                <c:pt idx="790">
                  <c:v>1.4592082087715918E-16</c:v>
                </c:pt>
                <c:pt idx="791">
                  <c:v>1.3934366074627427E-16</c:v>
                </c:pt>
                <c:pt idx="792">
                  <c:v>1.3306295615290118E-16</c:v>
                </c:pt>
                <c:pt idx="793">
                  <c:v>1.2706534481241056E-16</c:v>
                </c:pt>
                <c:pt idx="794">
                  <c:v>1.2133806672492727E-16</c:v>
                </c:pt>
                <c:pt idx="795">
                  <c:v>1.1586893702825651E-16</c:v>
                </c:pt>
                <c:pt idx="796">
                  <c:v>1.1064632007442363E-16</c:v>
                </c:pt>
                <c:pt idx="797">
                  <c:v>1.0565910467467433E-16</c:v>
                </c:pt>
                <c:pt idx="798">
                  <c:v>1.0089668046026916E-16</c:v>
                </c:pt>
                <c:pt idx="799">
                  <c:v>9.6348915308779437E-17</c:v>
                </c:pt>
                <c:pt idx="800">
                  <c:v>9.2006133787858725E-17</c:v>
                </c:pt>
                <c:pt idx="801">
                  <c:v>8.7859096570628486E-17</c:v>
                </c:pt>
                <c:pt idx="802">
                  <c:v>8.389898077888437E-17</c:v>
                </c:pt>
                <c:pt idx="803">
                  <c:v>8.0117361212302472E-17</c:v>
                </c:pt>
                <c:pt idx="804">
                  <c:v>7.6506192423710894E-17</c:v>
                </c:pt>
                <c:pt idx="805">
                  <c:v>7.3057791602291156E-17</c:v>
                </c:pt>
                <c:pt idx="806">
                  <c:v>6.976482222829347E-17</c:v>
                </c:pt>
                <c:pt idx="807">
                  <c:v>6.6620278464491021E-17</c:v>
                </c:pt>
                <c:pt idx="808">
                  <c:v>6.3617470251165742E-17</c:v>
                </c:pt>
                <c:pt idx="809">
                  <c:v>6.0750009072915083E-17</c:v>
                </c:pt>
                <c:pt idx="810">
                  <c:v>5.8011794366998389E-17</c:v>
                </c:pt>
                <c:pt idx="811">
                  <c:v>5.5397000544306575E-17</c:v>
                </c:pt>
                <c:pt idx="812">
                  <c:v>5.2900064595341844E-17</c:v>
                </c:pt>
                <c:pt idx="813">
                  <c:v>5.0515674254839174E-17</c:v>
                </c:pt>
                <c:pt idx="814">
                  <c:v>4.8238756699849569E-17</c:v>
                </c:pt>
                <c:pt idx="815">
                  <c:v>4.6064467757240078E-17</c:v>
                </c:pt>
                <c:pt idx="816">
                  <c:v>4.3988181597649425E-17</c:v>
                </c:pt>
                <c:pt idx="817">
                  <c:v>4.2005480893973001E-17</c:v>
                </c:pt>
                <c:pt idx="818">
                  <c:v>4.0112147423439245E-17</c:v>
                </c:pt>
                <c:pt idx="819">
                  <c:v>3.8304153093283181E-17</c:v>
                </c:pt>
                <c:pt idx="820">
                  <c:v>3.6577651370924191E-17</c:v>
                </c:pt>
                <c:pt idx="821">
                  <c:v>3.492896910041548E-17</c:v>
                </c:pt>
                <c:pt idx="822">
                  <c:v>3.3354598687754764E-17</c:v>
                </c:pt>
                <c:pt idx="823">
                  <c:v>3.1851190638430213E-17</c:v>
                </c:pt>
                <c:pt idx="824">
                  <c:v>3.0415546431325229E-17</c:v>
                </c:pt>
                <c:pt idx="825">
                  <c:v>2.9044611713821155E-17</c:v>
                </c:pt>
                <c:pt idx="826">
                  <c:v>2.7735469803620465E-17</c:v>
                </c:pt>
                <c:pt idx="827">
                  <c:v>2.648533548346541E-17</c:v>
                </c:pt>
                <c:pt idx="828">
                  <c:v>2.5291549075550359E-17</c:v>
                </c:pt>
                <c:pt idx="829">
                  <c:v>2.4151570783020986E-17</c:v>
                </c:pt>
                <c:pt idx="830">
                  <c:v>2.3062975286521864E-17</c:v>
                </c:pt>
                <c:pt idx="831">
                  <c:v>2.2023446584296483E-17</c:v>
                </c:pt>
                <c:pt idx="832">
                  <c:v>2.1030773064861934E-17</c:v>
                </c:pt>
                <c:pt idx="833">
                  <c:v>2.0082842801775335E-17</c:v>
                </c:pt>
                <c:pt idx="834">
                  <c:v>1.9177639060481543E-17</c:v>
                </c:pt>
                <c:pt idx="835">
                  <c:v>1.8313236007682901E-17</c:v>
                </c:pt>
                <c:pt idx="836">
                  <c:v>1.7487794614102642E-17</c:v>
                </c:pt>
                <c:pt idx="837">
                  <c:v>1.6699558741925036E-17</c:v>
                </c:pt>
                <c:pt idx="838">
                  <c:v>1.594685140858826E-17</c:v>
                </c:pt>
                <c:pt idx="839">
                  <c:v>1.5228071218981131E-17</c:v>
                </c:pt>
                <c:pt idx="840">
                  <c:v>1.4541688958453184E-17</c:v>
                </c:pt>
                <c:pt idx="841">
                  <c:v>1.3886244339389651E-17</c:v>
                </c:pt>
                <c:pt idx="842">
                  <c:v>1.3260342894429678E-17</c:v>
                </c:pt>
                <c:pt idx="843">
                  <c:v>1.2662653009717979E-17</c:v>
                </c:pt>
                <c:pt idx="844">
                  <c:v>1.2091903091878233E-17</c:v>
                </c:pt>
                <c:pt idx="845">
                  <c:v>1.1546878862680835E-17</c:v>
                </c:pt>
                <c:pt idx="846">
                  <c:v>1.1026420775649406E-17</c:v>
                </c:pt>
                <c:pt idx="847">
                  <c:v>1.052942154910987E-17</c:v>
                </c:pt>
                <c:pt idx="848">
                  <c:v>1.0054823810433594E-17</c:v>
                </c:pt>
                <c:pt idx="849">
                  <c:v>9.6016178464627065E-18</c:v>
                </c:pt>
                <c:pt idx="850">
                  <c:v>9.1688394553315987E-18</c:v>
                </c:pt>
                <c:pt idx="851">
                  <c:v>8.7555678951143083E-18</c:v>
                </c:pt>
                <c:pt idx="852">
                  <c:v>8.3609239249335206E-18</c:v>
                </c:pt>
                <c:pt idx="853">
                  <c:v>7.9840679343636226E-18</c:v>
                </c:pt>
                <c:pt idx="854">
                  <c:v>7.6241981571480758E-18</c:v>
                </c:pt>
                <c:pt idx="855">
                  <c:v>7.2805489654307776E-18</c:v>
                </c:pt>
                <c:pt idx="856">
                  <c:v>6.9523892408723596E-18</c:v>
                </c:pt>
                <c:pt idx="857">
                  <c:v>6.6390208191859635E-18</c:v>
                </c:pt>
                <c:pt idx="858">
                  <c:v>6.3397770047831923E-18</c:v>
                </c:pt>
                <c:pt idx="859">
                  <c:v>6.0540211523701672E-18</c:v>
                </c:pt>
                <c:pt idx="860">
                  <c:v>5.7811453124759886E-18</c:v>
                </c:pt>
                <c:pt idx="861">
                  <c:v>5.5205689380319424E-18</c:v>
                </c:pt>
                <c:pt idx="862">
                  <c:v>5.2717376492497073E-18</c:v>
                </c:pt>
                <c:pt idx="863">
                  <c:v>5.0341220541707919E-18</c:v>
                </c:pt>
                <c:pt idx="864">
                  <c:v>4.8072166223779303E-18</c:v>
                </c:pt>
                <c:pt idx="865">
                  <c:v>4.5905386094722316E-18</c:v>
                </c:pt>
                <c:pt idx="866">
                  <c:v>4.383627030027885E-18</c:v>
                </c:pt>
                <c:pt idx="867">
                  <c:v>4.1860416768393895E-18</c:v>
                </c:pt>
                <c:pt idx="868">
                  <c:v>3.9973621843747179E-18</c:v>
                </c:pt>
                <c:pt idx="869">
                  <c:v>3.817187134441925E-18</c:v>
                </c:pt>
                <c:pt idx="870">
                  <c:v>3.6451332021664656E-18</c:v>
                </c:pt>
                <c:pt idx="871">
                  <c:v>3.4808343404623037E-18</c:v>
                </c:pt>
                <c:pt idx="872">
                  <c:v>3.3239410012617477E-18</c:v>
                </c:pt>
                <c:pt idx="873">
                  <c:v>3.1741193918471692E-18</c:v>
                </c:pt>
                <c:pt idx="874">
                  <c:v>3.0310507647024492E-18</c:v>
                </c:pt>
                <c:pt idx="875">
                  <c:v>2.89443073937329E-18</c:v>
                </c:pt>
                <c:pt idx="876">
                  <c:v>2.7639686548936546E-18</c:v>
                </c:pt>
                <c:pt idx="877">
                  <c:v>2.6393869514005948E-18</c:v>
                </c:pt>
                <c:pt idx="878">
                  <c:v>2.5204205796218633E-18</c:v>
                </c:pt>
                <c:pt idx="879">
                  <c:v>2.4068164369799717E-18</c:v>
                </c:pt>
                <c:pt idx="880">
                  <c:v>2.2983328291130083E-18</c:v>
                </c:pt>
                <c:pt idx="881">
                  <c:v>2.1947389556665893E-18</c:v>
                </c:pt>
                <c:pt idx="882">
                  <c:v>2.0958144192629586E-18</c:v>
                </c:pt>
                <c:pt idx="883">
                  <c:v>2.0013487566025612E-18</c:v>
                </c:pt>
                <c:pt idx="884">
                  <c:v>1.9111409907005061E-18</c:v>
                </c:pt>
                <c:pt idx="885">
                  <c:v>1.824999203305293E-18</c:v>
                </c:pt>
                <c:pt idx="886">
                  <c:v>1.7427401265901131E-18</c:v>
                </c:pt>
                <c:pt idx="887">
                  <c:v>1.6641887532480515E-18</c:v>
                </c:pt>
                <c:pt idx="888">
                  <c:v>1.5891779641616571E-18</c:v>
                </c:pt>
                <c:pt idx="889">
                  <c:v>1.5175481728547406E-18</c:v>
                </c:pt>
                <c:pt idx="890">
                  <c:v>1.4491469859699717E-18</c:v>
                </c:pt>
                <c:pt idx="891">
                  <c:v>1.3838288790499355E-18</c:v>
                </c:pt>
                <c:pt idx="892">
                  <c:v>1.3214548869318645E-18</c:v>
                </c:pt>
                <c:pt idx="893">
                  <c:v>1.2618923080973609E-18</c:v>
                </c:pt>
                <c:pt idx="894">
                  <c:v>1.205014422348108E-18</c:v>
                </c:pt>
                <c:pt idx="895">
                  <c:v>1.15070022120692E-18</c:v>
                </c:pt>
                <c:pt idx="896">
                  <c:v>1.0988341504705591E-18</c:v>
                </c:pt>
                <c:pt idx="897">
                  <c:v>1.0493058643665915E-18</c:v>
                </c:pt>
                <c:pt idx="898">
                  <c:v>1.0020099907912535E-18</c:v>
                </c:pt>
                <c:pt idx="899">
                  <c:v>9.5684590712886381E-19</c:v>
                </c:pt>
                <c:pt idx="900">
                  <c:v>9.1371752617583804E-19</c:v>
                </c:pt>
                <c:pt idx="901">
                  <c:v>8.725330917138525E-19</c:v>
                </c:pt>
                <c:pt idx="902">
                  <c:v>8.3320498329723947E-19</c:v>
                </c:pt>
                <c:pt idx="903">
                  <c:v>7.956495298392948E-19</c:v>
                </c:pt>
                <c:pt idx="904">
                  <c:v>7.5978683160090055E-19</c:v>
                </c:pt>
                <c:pt idx="905">
                  <c:v>7.2554059020274094E-19</c:v>
                </c:pt>
                <c:pt idx="906">
                  <c:v>6.9283794629946005E-19</c:v>
                </c:pt>
                <c:pt idx="907">
                  <c:v>6.6160932457041212E-19</c:v>
                </c:pt>
                <c:pt idx="908">
                  <c:v>6.3178828569721767E-19</c:v>
                </c:pt>
                <c:pt idx="909">
                  <c:v>6.033113850132092E-19</c:v>
                </c:pt>
                <c:pt idx="910">
                  <c:v>5.7611803752403714E-19</c:v>
                </c:pt>
                <c:pt idx="911">
                  <c:v>5.5015038901226897E-19</c:v>
                </c:pt>
                <c:pt idx="912">
                  <c:v>5.2535319295175324E-19</c:v>
                </c:pt>
                <c:pt idx="913">
                  <c:v>5.0167369296988182E-19</c:v>
                </c:pt>
                <c:pt idx="914">
                  <c:v>4.7906151060768831E-19</c:v>
                </c:pt>
                <c:pt idx="915">
                  <c:v>4.5746853813898985E-19</c:v>
                </c:pt>
                <c:pt idx="916">
                  <c:v>4.3684883622054399E-19</c:v>
                </c:pt>
                <c:pt idx="917">
                  <c:v>4.1715853615546958E-19</c:v>
                </c:pt>
                <c:pt idx="918">
                  <c:v>3.9835574656199676E-19</c:v>
                </c:pt>
                <c:pt idx="919">
                  <c:v>3.804004642489806E-19</c:v>
                </c:pt>
                <c:pt idx="920">
                  <c:v>3.6325448910856711E-19</c:v>
                </c:pt>
                <c:pt idx="921">
                  <c:v>3.4688134284494289E-19</c:v>
                </c:pt>
                <c:pt idx="922">
                  <c:v>3.3124619136626382E-19</c:v>
                </c:pt>
                <c:pt idx="923">
                  <c:v>3.1631577067464968E-19</c:v>
                </c:pt>
                <c:pt idx="924">
                  <c:v>3.0205831609657527E-19</c:v>
                </c:pt>
                <c:pt idx="925">
                  <c:v>2.8844349470309445E-19</c:v>
                </c:pt>
                <c:pt idx="926">
                  <c:v>2.754423407761208E-19</c:v>
                </c:pt>
                <c:pt idx="927">
                  <c:v>2.6302719418346694E-19</c:v>
                </c:pt>
                <c:pt idx="928">
                  <c:v>2.5117164153153687E-19</c:v>
                </c:pt>
                <c:pt idx="929">
                  <c:v>2.3985045997047066E-19</c:v>
                </c:pt>
                <c:pt idx="930">
                  <c:v>2.2903956353218789E-19</c:v>
                </c:pt>
                <c:pt idx="931">
                  <c:v>2.1871595188716195E-19</c:v>
                </c:pt>
                <c:pt idx="932">
                  <c:v>2.0885766141090575E-19</c:v>
                </c:pt>
                <c:pt idx="933">
                  <c:v>1.9944371845606119E-19</c:v>
                </c:pt>
                <c:pt idx="934">
                  <c:v>1.9045409473067841E-19</c:v>
                </c:pt>
                <c:pt idx="935">
                  <c:v>1.8186966468775182E-19</c:v>
                </c:pt>
                <c:pt idx="936">
                  <c:v>1.7367216483535808E-19</c:v>
                </c:pt>
                <c:pt idx="937">
                  <c:v>1.6584415488082812E-19</c:v>
                </c:pt>
                <c:pt idx="938">
                  <c:v>1.5836898062628674E-19</c:v>
                </c:pt>
                <c:pt idx="939">
                  <c:v>1.5123073853661973E-19</c:v>
                </c:pt>
                <c:pt idx="940">
                  <c:v>1.4441424190448608E-19</c:v>
                </c:pt>
                <c:pt idx="941">
                  <c:v>1.3790498854039108E-19</c:v>
                </c:pt>
                <c:pt idx="942">
                  <c:v>1.3168912991908056E-19</c:v>
                </c:pt>
                <c:pt idx="943">
                  <c:v>1.2575344171661462E-19</c:v>
                </c:pt>
                <c:pt idx="944">
                  <c:v>1.2008529567543824E-19</c:v>
                </c:pt>
                <c:pt idx="945">
                  <c:v>1.1467263273759119E-19</c:v>
                </c:pt>
                <c:pt idx="946">
                  <c:v>1.0950393738889782E-19</c:v>
                </c:pt>
                <c:pt idx="947">
                  <c:v>1.0456821315955372E-19</c:v>
                </c:pt>
                <c:pt idx="948">
                  <c:v>9.9854959228986327E-20</c:v>
                </c:pt>
                <c:pt idx="949">
                  <c:v>9.5354148085216029E-20</c:v>
                </c:pt>
                <c:pt idx="950">
                  <c:v>9.105620419118777E-20</c:v>
                </c:pt>
                <c:pt idx="951">
                  <c:v>8.6951983612685407E-20</c:v>
                </c:pt>
                <c:pt idx="952">
                  <c:v>8.3032754564487054E-20</c:v>
                </c:pt>
                <c:pt idx="953">
                  <c:v>7.9290178833373012E-20</c:v>
                </c:pt>
                <c:pt idx="954">
                  <c:v>7.5716294038463497E-20</c:v>
                </c:pt>
                <c:pt idx="955">
                  <c:v>7.2303496691144774E-20</c:v>
                </c:pt>
                <c:pt idx="956">
                  <c:v>6.9044526018543496E-20</c:v>
                </c:pt>
                <c:pt idx="957">
                  <c:v>6.593244851613348E-20</c:v>
                </c:pt>
                <c:pt idx="958">
                  <c:v>6.2960643196610273E-20</c:v>
                </c:pt>
                <c:pt idx="959">
                  <c:v>6.0122787503650467E-20</c:v>
                </c:pt>
                <c:pt idx="960">
                  <c:v>5.7412843860586902E-20</c:v>
                </c:pt>
                <c:pt idx="961">
                  <c:v>5.4825046825382042E-20</c:v>
                </c:pt>
                <c:pt idx="962">
                  <c:v>5.2353890824571452E-20</c:v>
                </c:pt>
                <c:pt idx="963">
                  <c:v>4.9994118440081177E-20</c:v>
                </c:pt>
                <c:pt idx="964">
                  <c:v>4.7740709223999189E-20</c:v>
                </c:pt>
                <c:pt idx="965">
                  <c:v>4.5588869017503987E-20</c:v>
                </c:pt>
                <c:pt idx="966">
                  <c:v>4.3534019751226351E-20</c:v>
                </c:pt>
                <c:pt idx="967">
                  <c:v>4.1571789705344389E-20</c:v>
                </c:pt>
                <c:pt idx="968">
                  <c:v>3.9698004208690009E-20</c:v>
                </c:pt>
                <c:pt idx="969">
                  <c:v>3.7908676757079115E-20</c:v>
                </c:pt>
                <c:pt idx="970">
                  <c:v>3.6200000531969612E-20</c:v>
                </c:pt>
                <c:pt idx="971">
                  <c:v>3.4568340301403087E-20</c:v>
                </c:pt>
                <c:pt idx="972">
                  <c:v>3.3010224685999231E-20</c:v>
                </c:pt>
                <c:pt idx="973">
                  <c:v>3.1522338773548946E-20</c:v>
                </c:pt>
                <c:pt idx="974">
                  <c:v>3.0101517066493389E-20</c:v>
                </c:pt>
                <c:pt idx="975">
                  <c:v>2.8744736747284803E-20</c:v>
                </c:pt>
                <c:pt idx="976">
                  <c:v>2.7449111247300942E-20</c:v>
                </c:pt>
                <c:pt idx="977">
                  <c:v>2.6211884105631052E-20</c:v>
                </c:pt>
              </c:numCache>
            </c:numRef>
          </c:yVal>
          <c:smooth val="0"/>
          <c:extLst>
            <c:ext xmlns:c16="http://schemas.microsoft.com/office/drawing/2014/chart" uri="{C3380CC4-5D6E-409C-BE32-E72D297353CC}">
              <c16:uniqueId val="{00000001-EF4A-439F-B007-9D992D15BAA2}"/>
            </c:ext>
          </c:extLst>
        </c:ser>
        <c:ser>
          <c:idx val="3"/>
          <c:order val="1"/>
          <c:tx>
            <c:v>V_OBP</c:v>
          </c:tx>
          <c:spPr>
            <a:ln w="25400">
              <a:noFill/>
            </a:ln>
          </c:spPr>
          <c:dPt>
            <c:idx val="18"/>
            <c:marker>
              <c:symbol val="x"/>
              <c:size val="7"/>
            </c:marker>
            <c:bubble3D val="0"/>
            <c:extLst>
              <c:ext xmlns:c16="http://schemas.microsoft.com/office/drawing/2014/chart" uri="{C3380CC4-5D6E-409C-BE32-E72D297353CC}">
                <c16:uniqueId val="{00000002-EF4A-439F-B007-9D992D15BAA2}"/>
              </c:ext>
            </c:extLst>
          </c:dPt>
          <c:xVal>
            <c:strRef>
              <c:f>'[Actualizacion deslizamiento_2024_vf2.xlsx]Tasa'!$A:$A</c:f>
              <c:strCache>
                <c:ptCount val="979"/>
                <c:pt idx="0">
                  <c:v>Año</c:v>
                </c:pt>
                <c:pt idx="1">
                  <c:v>0</c:v>
                </c:pt>
                <c:pt idx="2">
                  <c:v>1</c:v>
                </c:pt>
                <c:pt idx="3">
                  <c:v>2</c:v>
                </c:pt>
                <c:pt idx="4">
                  <c:v>3</c:v>
                </c:pt>
                <c:pt idx="5">
                  <c:v>4</c:v>
                </c:pt>
                <c:pt idx="6">
                  <c:v>5</c:v>
                </c:pt>
                <c:pt idx="7">
                  <c:v>6</c:v>
                </c:pt>
                <c:pt idx="8">
                  <c:v>7</c:v>
                </c:pt>
                <c:pt idx="9">
                  <c:v>8</c:v>
                </c:pt>
                <c:pt idx="10">
                  <c:v>9</c:v>
                </c:pt>
                <c:pt idx="11">
                  <c:v>10</c:v>
                </c:pt>
                <c:pt idx="12">
                  <c:v>11</c:v>
                </c:pt>
                <c:pt idx="13">
                  <c:v>12</c:v>
                </c:pt>
                <c:pt idx="14">
                  <c:v>13</c:v>
                </c:pt>
                <c:pt idx="15">
                  <c:v>14</c:v>
                </c:pt>
                <c:pt idx="16">
                  <c:v>15</c:v>
                </c:pt>
                <c:pt idx="17">
                  <c:v>16</c:v>
                </c:pt>
                <c:pt idx="18">
                  <c:v>17</c:v>
                </c:pt>
                <c:pt idx="19">
                  <c:v>18</c:v>
                </c:pt>
                <c:pt idx="20">
                  <c:v>19</c:v>
                </c:pt>
                <c:pt idx="21">
                  <c:v>20</c:v>
                </c:pt>
                <c:pt idx="22">
                  <c:v>21</c:v>
                </c:pt>
                <c:pt idx="23">
                  <c:v>22</c:v>
                </c:pt>
                <c:pt idx="24">
                  <c:v>23</c:v>
                </c:pt>
                <c:pt idx="25">
                  <c:v>24</c:v>
                </c:pt>
                <c:pt idx="26">
                  <c:v>25</c:v>
                </c:pt>
                <c:pt idx="27">
                  <c:v>26</c:v>
                </c:pt>
                <c:pt idx="28">
                  <c:v>27</c:v>
                </c:pt>
                <c:pt idx="29">
                  <c:v>28</c:v>
                </c:pt>
                <c:pt idx="30">
                  <c:v>29</c:v>
                </c:pt>
                <c:pt idx="31">
                  <c:v>30</c:v>
                </c:pt>
                <c:pt idx="32">
                  <c:v>31</c:v>
                </c:pt>
                <c:pt idx="33">
                  <c:v>32</c:v>
                </c:pt>
                <c:pt idx="34">
                  <c:v>33</c:v>
                </c:pt>
                <c:pt idx="35">
                  <c:v>34</c:v>
                </c:pt>
                <c:pt idx="36">
                  <c:v>35</c:v>
                </c:pt>
                <c:pt idx="37">
                  <c:v>36</c:v>
                </c:pt>
                <c:pt idx="38">
                  <c:v>37</c:v>
                </c:pt>
                <c:pt idx="39">
                  <c:v>38</c:v>
                </c:pt>
                <c:pt idx="40">
                  <c:v>39</c:v>
                </c:pt>
                <c:pt idx="41">
                  <c:v>40</c:v>
                </c:pt>
                <c:pt idx="42">
                  <c:v>41</c:v>
                </c:pt>
                <c:pt idx="43">
                  <c:v>42</c:v>
                </c:pt>
                <c:pt idx="44">
                  <c:v>43</c:v>
                </c:pt>
                <c:pt idx="45">
                  <c:v>44</c:v>
                </c:pt>
                <c:pt idx="46">
                  <c:v>45</c:v>
                </c:pt>
                <c:pt idx="47">
                  <c:v>46</c:v>
                </c:pt>
                <c:pt idx="48">
                  <c:v>47</c:v>
                </c:pt>
                <c:pt idx="49">
                  <c:v>48</c:v>
                </c:pt>
                <c:pt idx="50">
                  <c:v>49</c:v>
                </c:pt>
                <c:pt idx="51">
                  <c:v>50</c:v>
                </c:pt>
                <c:pt idx="52">
                  <c:v>51</c:v>
                </c:pt>
                <c:pt idx="53">
                  <c:v>52</c:v>
                </c:pt>
                <c:pt idx="54">
                  <c:v>53</c:v>
                </c:pt>
                <c:pt idx="55">
                  <c:v>54</c:v>
                </c:pt>
                <c:pt idx="56">
                  <c:v>55</c:v>
                </c:pt>
                <c:pt idx="57">
                  <c:v>56</c:v>
                </c:pt>
                <c:pt idx="58">
                  <c:v>57</c:v>
                </c:pt>
                <c:pt idx="59">
                  <c:v>58</c:v>
                </c:pt>
                <c:pt idx="60">
                  <c:v>59</c:v>
                </c:pt>
                <c:pt idx="61">
                  <c:v>60</c:v>
                </c:pt>
                <c:pt idx="62">
                  <c:v>61</c:v>
                </c:pt>
                <c:pt idx="63">
                  <c:v>62</c:v>
                </c:pt>
                <c:pt idx="64">
                  <c:v>63</c:v>
                </c:pt>
                <c:pt idx="65">
                  <c:v>64</c:v>
                </c:pt>
                <c:pt idx="66">
                  <c:v>65</c:v>
                </c:pt>
                <c:pt idx="67">
                  <c:v>66</c:v>
                </c:pt>
                <c:pt idx="68">
                  <c:v>67</c:v>
                </c:pt>
                <c:pt idx="69">
                  <c:v>68</c:v>
                </c:pt>
                <c:pt idx="70">
                  <c:v>69</c:v>
                </c:pt>
                <c:pt idx="71">
                  <c:v>70</c:v>
                </c:pt>
                <c:pt idx="72">
                  <c:v>71</c:v>
                </c:pt>
                <c:pt idx="73">
                  <c:v>72</c:v>
                </c:pt>
                <c:pt idx="74">
                  <c:v>73</c:v>
                </c:pt>
                <c:pt idx="75">
                  <c:v>74</c:v>
                </c:pt>
                <c:pt idx="76">
                  <c:v>75</c:v>
                </c:pt>
                <c:pt idx="77">
                  <c:v>76</c:v>
                </c:pt>
                <c:pt idx="78">
                  <c:v>77</c:v>
                </c:pt>
                <c:pt idx="79">
                  <c:v>78</c:v>
                </c:pt>
                <c:pt idx="80">
                  <c:v>79</c:v>
                </c:pt>
                <c:pt idx="81">
                  <c:v>80</c:v>
                </c:pt>
                <c:pt idx="82">
                  <c:v>81</c:v>
                </c:pt>
                <c:pt idx="83">
                  <c:v>82</c:v>
                </c:pt>
                <c:pt idx="84">
                  <c:v>83</c:v>
                </c:pt>
                <c:pt idx="85">
                  <c:v>84</c:v>
                </c:pt>
                <c:pt idx="86">
                  <c:v>85</c:v>
                </c:pt>
                <c:pt idx="87">
                  <c:v>86</c:v>
                </c:pt>
                <c:pt idx="88">
                  <c:v>87</c:v>
                </c:pt>
                <c:pt idx="89">
                  <c:v>88</c:v>
                </c:pt>
                <c:pt idx="90">
                  <c:v>89</c:v>
                </c:pt>
                <c:pt idx="91">
                  <c:v>90</c:v>
                </c:pt>
                <c:pt idx="92">
                  <c:v>91</c:v>
                </c:pt>
                <c:pt idx="93">
                  <c:v>92</c:v>
                </c:pt>
                <c:pt idx="94">
                  <c:v>93</c:v>
                </c:pt>
                <c:pt idx="95">
                  <c:v>94</c:v>
                </c:pt>
                <c:pt idx="96">
                  <c:v>95</c:v>
                </c:pt>
                <c:pt idx="97">
                  <c:v>96</c:v>
                </c:pt>
                <c:pt idx="98">
                  <c:v>97</c:v>
                </c:pt>
                <c:pt idx="99">
                  <c:v>98</c:v>
                </c:pt>
                <c:pt idx="100">
                  <c:v>99</c:v>
                </c:pt>
                <c:pt idx="101">
                  <c:v>100</c:v>
                </c:pt>
                <c:pt idx="102">
                  <c:v>101</c:v>
                </c:pt>
                <c:pt idx="103">
                  <c:v>102</c:v>
                </c:pt>
                <c:pt idx="104">
                  <c:v>103</c:v>
                </c:pt>
                <c:pt idx="105">
                  <c:v>104</c:v>
                </c:pt>
                <c:pt idx="106">
                  <c:v>105</c:v>
                </c:pt>
                <c:pt idx="107">
                  <c:v>106</c:v>
                </c:pt>
                <c:pt idx="108">
                  <c:v>107</c:v>
                </c:pt>
                <c:pt idx="109">
                  <c:v>108</c:v>
                </c:pt>
                <c:pt idx="110">
                  <c:v>109</c:v>
                </c:pt>
                <c:pt idx="111">
                  <c:v>110</c:v>
                </c:pt>
                <c:pt idx="112">
                  <c:v>111</c:v>
                </c:pt>
                <c:pt idx="113">
                  <c:v>112</c:v>
                </c:pt>
                <c:pt idx="114">
                  <c:v>113</c:v>
                </c:pt>
                <c:pt idx="115">
                  <c:v>114</c:v>
                </c:pt>
                <c:pt idx="116">
                  <c:v>115</c:v>
                </c:pt>
                <c:pt idx="117">
                  <c:v>116</c:v>
                </c:pt>
                <c:pt idx="118">
                  <c:v>117</c:v>
                </c:pt>
                <c:pt idx="119">
                  <c:v>118</c:v>
                </c:pt>
                <c:pt idx="120">
                  <c:v>119</c:v>
                </c:pt>
                <c:pt idx="121">
                  <c:v>120</c:v>
                </c:pt>
                <c:pt idx="122">
                  <c:v>121</c:v>
                </c:pt>
                <c:pt idx="123">
                  <c:v>122</c:v>
                </c:pt>
                <c:pt idx="124">
                  <c:v>123</c:v>
                </c:pt>
                <c:pt idx="125">
                  <c:v>124</c:v>
                </c:pt>
                <c:pt idx="126">
                  <c:v>125</c:v>
                </c:pt>
                <c:pt idx="127">
                  <c:v>126</c:v>
                </c:pt>
                <c:pt idx="128">
                  <c:v>127</c:v>
                </c:pt>
                <c:pt idx="129">
                  <c:v>128</c:v>
                </c:pt>
                <c:pt idx="130">
                  <c:v>129</c:v>
                </c:pt>
                <c:pt idx="131">
                  <c:v>130</c:v>
                </c:pt>
                <c:pt idx="132">
                  <c:v>131</c:v>
                </c:pt>
                <c:pt idx="133">
                  <c:v>132</c:v>
                </c:pt>
                <c:pt idx="134">
                  <c:v>133</c:v>
                </c:pt>
                <c:pt idx="135">
                  <c:v>134</c:v>
                </c:pt>
                <c:pt idx="136">
                  <c:v>135</c:v>
                </c:pt>
                <c:pt idx="137">
                  <c:v>136</c:v>
                </c:pt>
                <c:pt idx="138">
                  <c:v>137</c:v>
                </c:pt>
                <c:pt idx="139">
                  <c:v>138</c:v>
                </c:pt>
                <c:pt idx="140">
                  <c:v>139</c:v>
                </c:pt>
                <c:pt idx="141">
                  <c:v>140</c:v>
                </c:pt>
                <c:pt idx="142">
                  <c:v>141</c:v>
                </c:pt>
                <c:pt idx="143">
                  <c:v>142</c:v>
                </c:pt>
                <c:pt idx="144">
                  <c:v>143</c:v>
                </c:pt>
                <c:pt idx="145">
                  <c:v>144</c:v>
                </c:pt>
                <c:pt idx="146">
                  <c:v>145</c:v>
                </c:pt>
                <c:pt idx="147">
                  <c:v>146</c:v>
                </c:pt>
                <c:pt idx="148">
                  <c:v>147</c:v>
                </c:pt>
                <c:pt idx="149">
                  <c:v>148</c:v>
                </c:pt>
                <c:pt idx="150">
                  <c:v>149</c:v>
                </c:pt>
                <c:pt idx="151">
                  <c:v>150</c:v>
                </c:pt>
                <c:pt idx="152">
                  <c:v>151</c:v>
                </c:pt>
                <c:pt idx="153">
                  <c:v>152</c:v>
                </c:pt>
                <c:pt idx="154">
                  <c:v>153</c:v>
                </c:pt>
                <c:pt idx="155">
                  <c:v>154</c:v>
                </c:pt>
                <c:pt idx="156">
                  <c:v>155</c:v>
                </c:pt>
                <c:pt idx="157">
                  <c:v>156</c:v>
                </c:pt>
                <c:pt idx="158">
                  <c:v>157</c:v>
                </c:pt>
                <c:pt idx="159">
                  <c:v>158</c:v>
                </c:pt>
                <c:pt idx="160">
                  <c:v>159</c:v>
                </c:pt>
                <c:pt idx="161">
                  <c:v>160</c:v>
                </c:pt>
                <c:pt idx="162">
                  <c:v>161</c:v>
                </c:pt>
                <c:pt idx="163">
                  <c:v>162</c:v>
                </c:pt>
                <c:pt idx="164">
                  <c:v>163</c:v>
                </c:pt>
                <c:pt idx="165">
                  <c:v>164</c:v>
                </c:pt>
                <c:pt idx="166">
                  <c:v>165</c:v>
                </c:pt>
                <c:pt idx="167">
                  <c:v>166</c:v>
                </c:pt>
                <c:pt idx="168">
                  <c:v>167</c:v>
                </c:pt>
                <c:pt idx="169">
                  <c:v>168</c:v>
                </c:pt>
                <c:pt idx="170">
                  <c:v>169</c:v>
                </c:pt>
                <c:pt idx="171">
                  <c:v>170</c:v>
                </c:pt>
                <c:pt idx="172">
                  <c:v>171</c:v>
                </c:pt>
                <c:pt idx="173">
                  <c:v>172</c:v>
                </c:pt>
                <c:pt idx="174">
                  <c:v>173</c:v>
                </c:pt>
                <c:pt idx="175">
                  <c:v>174</c:v>
                </c:pt>
                <c:pt idx="176">
                  <c:v>175</c:v>
                </c:pt>
                <c:pt idx="177">
                  <c:v>176</c:v>
                </c:pt>
                <c:pt idx="178">
                  <c:v>177</c:v>
                </c:pt>
                <c:pt idx="179">
                  <c:v>178</c:v>
                </c:pt>
                <c:pt idx="180">
                  <c:v>179</c:v>
                </c:pt>
                <c:pt idx="181">
                  <c:v>180</c:v>
                </c:pt>
                <c:pt idx="182">
                  <c:v>181</c:v>
                </c:pt>
                <c:pt idx="183">
                  <c:v>182</c:v>
                </c:pt>
                <c:pt idx="184">
                  <c:v>183</c:v>
                </c:pt>
                <c:pt idx="185">
                  <c:v>184</c:v>
                </c:pt>
                <c:pt idx="186">
                  <c:v>185</c:v>
                </c:pt>
                <c:pt idx="187">
                  <c:v>186</c:v>
                </c:pt>
                <c:pt idx="188">
                  <c:v>187</c:v>
                </c:pt>
                <c:pt idx="189">
                  <c:v>188</c:v>
                </c:pt>
                <c:pt idx="190">
                  <c:v>189</c:v>
                </c:pt>
                <c:pt idx="191">
                  <c:v>190</c:v>
                </c:pt>
                <c:pt idx="192">
                  <c:v>191</c:v>
                </c:pt>
                <c:pt idx="193">
                  <c:v>192</c:v>
                </c:pt>
                <c:pt idx="194">
                  <c:v>193</c:v>
                </c:pt>
                <c:pt idx="195">
                  <c:v>194</c:v>
                </c:pt>
                <c:pt idx="196">
                  <c:v>195</c:v>
                </c:pt>
                <c:pt idx="197">
                  <c:v>196</c:v>
                </c:pt>
                <c:pt idx="198">
                  <c:v>197</c:v>
                </c:pt>
                <c:pt idx="199">
                  <c:v>198</c:v>
                </c:pt>
                <c:pt idx="200">
                  <c:v>199</c:v>
                </c:pt>
                <c:pt idx="201">
                  <c:v>200</c:v>
                </c:pt>
                <c:pt idx="202">
                  <c:v>201</c:v>
                </c:pt>
                <c:pt idx="203">
                  <c:v>202</c:v>
                </c:pt>
                <c:pt idx="204">
                  <c:v>203</c:v>
                </c:pt>
                <c:pt idx="205">
                  <c:v>204</c:v>
                </c:pt>
                <c:pt idx="206">
                  <c:v>205</c:v>
                </c:pt>
                <c:pt idx="207">
                  <c:v>206</c:v>
                </c:pt>
                <c:pt idx="208">
                  <c:v>207</c:v>
                </c:pt>
                <c:pt idx="209">
                  <c:v>208</c:v>
                </c:pt>
                <c:pt idx="210">
                  <c:v>209</c:v>
                </c:pt>
                <c:pt idx="211">
                  <c:v>210</c:v>
                </c:pt>
                <c:pt idx="212">
                  <c:v>211</c:v>
                </c:pt>
                <c:pt idx="213">
                  <c:v>212</c:v>
                </c:pt>
                <c:pt idx="214">
                  <c:v>213</c:v>
                </c:pt>
                <c:pt idx="215">
                  <c:v>214</c:v>
                </c:pt>
                <c:pt idx="216">
                  <c:v>215</c:v>
                </c:pt>
                <c:pt idx="217">
                  <c:v>216</c:v>
                </c:pt>
                <c:pt idx="218">
                  <c:v>217</c:v>
                </c:pt>
                <c:pt idx="219">
                  <c:v>218</c:v>
                </c:pt>
                <c:pt idx="220">
                  <c:v>219</c:v>
                </c:pt>
                <c:pt idx="221">
                  <c:v>220</c:v>
                </c:pt>
                <c:pt idx="222">
                  <c:v>221</c:v>
                </c:pt>
                <c:pt idx="223">
                  <c:v>222</c:v>
                </c:pt>
                <c:pt idx="224">
                  <c:v>223</c:v>
                </c:pt>
                <c:pt idx="225">
                  <c:v>224</c:v>
                </c:pt>
                <c:pt idx="226">
                  <c:v>225</c:v>
                </c:pt>
                <c:pt idx="227">
                  <c:v>226</c:v>
                </c:pt>
                <c:pt idx="228">
                  <c:v>227</c:v>
                </c:pt>
                <c:pt idx="229">
                  <c:v>228</c:v>
                </c:pt>
                <c:pt idx="230">
                  <c:v>229</c:v>
                </c:pt>
                <c:pt idx="231">
                  <c:v>230</c:v>
                </c:pt>
                <c:pt idx="232">
                  <c:v>231</c:v>
                </c:pt>
                <c:pt idx="233">
                  <c:v>232</c:v>
                </c:pt>
                <c:pt idx="234">
                  <c:v>233</c:v>
                </c:pt>
                <c:pt idx="235">
                  <c:v>234</c:v>
                </c:pt>
                <c:pt idx="236">
                  <c:v>235</c:v>
                </c:pt>
                <c:pt idx="237">
                  <c:v>236</c:v>
                </c:pt>
                <c:pt idx="238">
                  <c:v>237</c:v>
                </c:pt>
                <c:pt idx="239">
                  <c:v>238</c:v>
                </c:pt>
                <c:pt idx="240">
                  <c:v>239</c:v>
                </c:pt>
                <c:pt idx="241">
                  <c:v>240</c:v>
                </c:pt>
                <c:pt idx="242">
                  <c:v>241</c:v>
                </c:pt>
                <c:pt idx="243">
                  <c:v>242</c:v>
                </c:pt>
                <c:pt idx="244">
                  <c:v>243</c:v>
                </c:pt>
                <c:pt idx="245">
                  <c:v>244</c:v>
                </c:pt>
                <c:pt idx="246">
                  <c:v>245</c:v>
                </c:pt>
                <c:pt idx="247">
                  <c:v>246</c:v>
                </c:pt>
                <c:pt idx="248">
                  <c:v>247</c:v>
                </c:pt>
                <c:pt idx="249">
                  <c:v>248</c:v>
                </c:pt>
                <c:pt idx="250">
                  <c:v>249</c:v>
                </c:pt>
                <c:pt idx="251">
                  <c:v>250</c:v>
                </c:pt>
                <c:pt idx="252">
                  <c:v>251</c:v>
                </c:pt>
                <c:pt idx="253">
                  <c:v>252</c:v>
                </c:pt>
                <c:pt idx="254">
                  <c:v>253</c:v>
                </c:pt>
                <c:pt idx="255">
                  <c:v>254</c:v>
                </c:pt>
                <c:pt idx="256">
                  <c:v>255</c:v>
                </c:pt>
                <c:pt idx="257">
                  <c:v>256</c:v>
                </c:pt>
                <c:pt idx="258">
                  <c:v>257</c:v>
                </c:pt>
                <c:pt idx="259">
                  <c:v>258</c:v>
                </c:pt>
                <c:pt idx="260">
                  <c:v>259</c:v>
                </c:pt>
                <c:pt idx="261">
                  <c:v>260</c:v>
                </c:pt>
                <c:pt idx="262">
                  <c:v>261</c:v>
                </c:pt>
                <c:pt idx="263">
                  <c:v>262</c:v>
                </c:pt>
                <c:pt idx="264">
                  <c:v>263</c:v>
                </c:pt>
                <c:pt idx="265">
                  <c:v>264</c:v>
                </c:pt>
                <c:pt idx="266">
                  <c:v>265</c:v>
                </c:pt>
                <c:pt idx="267">
                  <c:v>266</c:v>
                </c:pt>
                <c:pt idx="268">
                  <c:v>267</c:v>
                </c:pt>
                <c:pt idx="269">
                  <c:v>268</c:v>
                </c:pt>
                <c:pt idx="270">
                  <c:v>269</c:v>
                </c:pt>
                <c:pt idx="271">
                  <c:v>270</c:v>
                </c:pt>
                <c:pt idx="272">
                  <c:v>271</c:v>
                </c:pt>
                <c:pt idx="273">
                  <c:v>272</c:v>
                </c:pt>
                <c:pt idx="274">
                  <c:v>273</c:v>
                </c:pt>
                <c:pt idx="275">
                  <c:v>274</c:v>
                </c:pt>
                <c:pt idx="276">
                  <c:v>275</c:v>
                </c:pt>
                <c:pt idx="277">
                  <c:v>276</c:v>
                </c:pt>
                <c:pt idx="278">
                  <c:v>277</c:v>
                </c:pt>
                <c:pt idx="279">
                  <c:v>278</c:v>
                </c:pt>
                <c:pt idx="280">
                  <c:v>279</c:v>
                </c:pt>
                <c:pt idx="281">
                  <c:v>280</c:v>
                </c:pt>
                <c:pt idx="282">
                  <c:v>281</c:v>
                </c:pt>
                <c:pt idx="283">
                  <c:v>282</c:v>
                </c:pt>
                <c:pt idx="284">
                  <c:v>283</c:v>
                </c:pt>
                <c:pt idx="285">
                  <c:v>284</c:v>
                </c:pt>
                <c:pt idx="286">
                  <c:v>285</c:v>
                </c:pt>
                <c:pt idx="287">
                  <c:v>286</c:v>
                </c:pt>
                <c:pt idx="288">
                  <c:v>287</c:v>
                </c:pt>
                <c:pt idx="289">
                  <c:v>288</c:v>
                </c:pt>
                <c:pt idx="290">
                  <c:v>289</c:v>
                </c:pt>
                <c:pt idx="291">
                  <c:v>290</c:v>
                </c:pt>
                <c:pt idx="292">
                  <c:v>291</c:v>
                </c:pt>
                <c:pt idx="293">
                  <c:v>292</c:v>
                </c:pt>
                <c:pt idx="294">
                  <c:v>293</c:v>
                </c:pt>
                <c:pt idx="295">
                  <c:v>294</c:v>
                </c:pt>
                <c:pt idx="296">
                  <c:v>295</c:v>
                </c:pt>
                <c:pt idx="297">
                  <c:v>296</c:v>
                </c:pt>
                <c:pt idx="298">
                  <c:v>297</c:v>
                </c:pt>
                <c:pt idx="299">
                  <c:v>298</c:v>
                </c:pt>
                <c:pt idx="300">
                  <c:v>299</c:v>
                </c:pt>
                <c:pt idx="301">
                  <c:v>300</c:v>
                </c:pt>
                <c:pt idx="302">
                  <c:v>301</c:v>
                </c:pt>
                <c:pt idx="303">
                  <c:v>302</c:v>
                </c:pt>
                <c:pt idx="304">
                  <c:v>303</c:v>
                </c:pt>
                <c:pt idx="305">
                  <c:v>304</c:v>
                </c:pt>
                <c:pt idx="306">
                  <c:v>305</c:v>
                </c:pt>
                <c:pt idx="307">
                  <c:v>306</c:v>
                </c:pt>
                <c:pt idx="308">
                  <c:v>307</c:v>
                </c:pt>
                <c:pt idx="309">
                  <c:v>308</c:v>
                </c:pt>
                <c:pt idx="310">
                  <c:v>309</c:v>
                </c:pt>
                <c:pt idx="311">
                  <c:v>310</c:v>
                </c:pt>
                <c:pt idx="312">
                  <c:v>311</c:v>
                </c:pt>
                <c:pt idx="313">
                  <c:v>312</c:v>
                </c:pt>
                <c:pt idx="314">
                  <c:v>313</c:v>
                </c:pt>
                <c:pt idx="315">
                  <c:v>314</c:v>
                </c:pt>
                <c:pt idx="316">
                  <c:v>315</c:v>
                </c:pt>
                <c:pt idx="317">
                  <c:v>316</c:v>
                </c:pt>
                <c:pt idx="318">
                  <c:v>317</c:v>
                </c:pt>
                <c:pt idx="319">
                  <c:v>318</c:v>
                </c:pt>
                <c:pt idx="320">
                  <c:v>319</c:v>
                </c:pt>
                <c:pt idx="321">
                  <c:v>320</c:v>
                </c:pt>
                <c:pt idx="322">
                  <c:v>321</c:v>
                </c:pt>
                <c:pt idx="323">
                  <c:v>322</c:v>
                </c:pt>
                <c:pt idx="324">
                  <c:v>323</c:v>
                </c:pt>
                <c:pt idx="325">
                  <c:v>324</c:v>
                </c:pt>
                <c:pt idx="326">
                  <c:v>325</c:v>
                </c:pt>
                <c:pt idx="327">
                  <c:v>326</c:v>
                </c:pt>
                <c:pt idx="328">
                  <c:v>327</c:v>
                </c:pt>
                <c:pt idx="329">
                  <c:v>328</c:v>
                </c:pt>
                <c:pt idx="330">
                  <c:v>329</c:v>
                </c:pt>
                <c:pt idx="331">
                  <c:v>330</c:v>
                </c:pt>
                <c:pt idx="332">
                  <c:v>331</c:v>
                </c:pt>
                <c:pt idx="333">
                  <c:v>332</c:v>
                </c:pt>
                <c:pt idx="334">
                  <c:v>333</c:v>
                </c:pt>
                <c:pt idx="335">
                  <c:v>334</c:v>
                </c:pt>
                <c:pt idx="336">
                  <c:v>335</c:v>
                </c:pt>
                <c:pt idx="337">
                  <c:v>336</c:v>
                </c:pt>
                <c:pt idx="338">
                  <c:v>337</c:v>
                </c:pt>
                <c:pt idx="339">
                  <c:v>338</c:v>
                </c:pt>
                <c:pt idx="340">
                  <c:v>339</c:v>
                </c:pt>
                <c:pt idx="341">
                  <c:v>340</c:v>
                </c:pt>
                <c:pt idx="342">
                  <c:v>341</c:v>
                </c:pt>
                <c:pt idx="343">
                  <c:v>342</c:v>
                </c:pt>
                <c:pt idx="344">
                  <c:v>343</c:v>
                </c:pt>
                <c:pt idx="345">
                  <c:v>344</c:v>
                </c:pt>
                <c:pt idx="346">
                  <c:v>345</c:v>
                </c:pt>
                <c:pt idx="347">
                  <c:v>346</c:v>
                </c:pt>
                <c:pt idx="348">
                  <c:v>347</c:v>
                </c:pt>
                <c:pt idx="349">
                  <c:v>348</c:v>
                </c:pt>
                <c:pt idx="350">
                  <c:v>349</c:v>
                </c:pt>
                <c:pt idx="351">
                  <c:v>350</c:v>
                </c:pt>
                <c:pt idx="352">
                  <c:v>351</c:v>
                </c:pt>
                <c:pt idx="353">
                  <c:v>352</c:v>
                </c:pt>
                <c:pt idx="354">
                  <c:v>353</c:v>
                </c:pt>
                <c:pt idx="355">
                  <c:v>354</c:v>
                </c:pt>
                <c:pt idx="356">
                  <c:v>355</c:v>
                </c:pt>
                <c:pt idx="357">
                  <c:v>356</c:v>
                </c:pt>
                <c:pt idx="358">
                  <c:v>357</c:v>
                </c:pt>
                <c:pt idx="359">
                  <c:v>358</c:v>
                </c:pt>
                <c:pt idx="360">
                  <c:v>359</c:v>
                </c:pt>
                <c:pt idx="361">
                  <c:v>360</c:v>
                </c:pt>
                <c:pt idx="362">
                  <c:v>361</c:v>
                </c:pt>
                <c:pt idx="363">
                  <c:v>362</c:v>
                </c:pt>
                <c:pt idx="364">
                  <c:v>363</c:v>
                </c:pt>
                <c:pt idx="365">
                  <c:v>364</c:v>
                </c:pt>
                <c:pt idx="366">
                  <c:v>365</c:v>
                </c:pt>
                <c:pt idx="367">
                  <c:v>366</c:v>
                </c:pt>
                <c:pt idx="368">
                  <c:v>367</c:v>
                </c:pt>
                <c:pt idx="369">
                  <c:v>368</c:v>
                </c:pt>
                <c:pt idx="370">
                  <c:v>369</c:v>
                </c:pt>
                <c:pt idx="371">
                  <c:v>370</c:v>
                </c:pt>
                <c:pt idx="372">
                  <c:v>371</c:v>
                </c:pt>
                <c:pt idx="373">
                  <c:v>372</c:v>
                </c:pt>
                <c:pt idx="374">
                  <c:v>373</c:v>
                </c:pt>
                <c:pt idx="375">
                  <c:v>374</c:v>
                </c:pt>
                <c:pt idx="376">
                  <c:v>375</c:v>
                </c:pt>
                <c:pt idx="377">
                  <c:v>376</c:v>
                </c:pt>
                <c:pt idx="378">
                  <c:v>377</c:v>
                </c:pt>
                <c:pt idx="379">
                  <c:v>378</c:v>
                </c:pt>
                <c:pt idx="380">
                  <c:v>379</c:v>
                </c:pt>
                <c:pt idx="381">
                  <c:v>380</c:v>
                </c:pt>
                <c:pt idx="382">
                  <c:v>381</c:v>
                </c:pt>
                <c:pt idx="383">
                  <c:v>382</c:v>
                </c:pt>
                <c:pt idx="384">
                  <c:v>383</c:v>
                </c:pt>
                <c:pt idx="385">
                  <c:v>384</c:v>
                </c:pt>
                <c:pt idx="386">
                  <c:v>385</c:v>
                </c:pt>
                <c:pt idx="387">
                  <c:v>386</c:v>
                </c:pt>
                <c:pt idx="388">
                  <c:v>387</c:v>
                </c:pt>
                <c:pt idx="389">
                  <c:v>388</c:v>
                </c:pt>
                <c:pt idx="390">
                  <c:v>389</c:v>
                </c:pt>
                <c:pt idx="391">
                  <c:v>390</c:v>
                </c:pt>
                <c:pt idx="392">
                  <c:v>391</c:v>
                </c:pt>
                <c:pt idx="393">
                  <c:v>392</c:v>
                </c:pt>
                <c:pt idx="394">
                  <c:v>393</c:v>
                </c:pt>
                <c:pt idx="395">
                  <c:v>394</c:v>
                </c:pt>
                <c:pt idx="396">
                  <c:v>395</c:v>
                </c:pt>
                <c:pt idx="397">
                  <c:v>396</c:v>
                </c:pt>
                <c:pt idx="398">
                  <c:v>397</c:v>
                </c:pt>
                <c:pt idx="399">
                  <c:v>398</c:v>
                </c:pt>
                <c:pt idx="400">
                  <c:v>399</c:v>
                </c:pt>
                <c:pt idx="401">
                  <c:v>400</c:v>
                </c:pt>
                <c:pt idx="402">
                  <c:v>401</c:v>
                </c:pt>
                <c:pt idx="403">
                  <c:v>402</c:v>
                </c:pt>
                <c:pt idx="404">
                  <c:v>403</c:v>
                </c:pt>
                <c:pt idx="405">
                  <c:v>404</c:v>
                </c:pt>
                <c:pt idx="406">
                  <c:v>405</c:v>
                </c:pt>
                <c:pt idx="407">
                  <c:v>406</c:v>
                </c:pt>
                <c:pt idx="408">
                  <c:v>407</c:v>
                </c:pt>
                <c:pt idx="409">
                  <c:v>408</c:v>
                </c:pt>
                <c:pt idx="410">
                  <c:v>409</c:v>
                </c:pt>
                <c:pt idx="411">
                  <c:v>410</c:v>
                </c:pt>
                <c:pt idx="412">
                  <c:v>411</c:v>
                </c:pt>
                <c:pt idx="413">
                  <c:v>412</c:v>
                </c:pt>
                <c:pt idx="414">
                  <c:v>413</c:v>
                </c:pt>
                <c:pt idx="415">
                  <c:v>414</c:v>
                </c:pt>
                <c:pt idx="416">
                  <c:v>415</c:v>
                </c:pt>
                <c:pt idx="417">
                  <c:v>416</c:v>
                </c:pt>
                <c:pt idx="418">
                  <c:v>417</c:v>
                </c:pt>
                <c:pt idx="419">
                  <c:v>418</c:v>
                </c:pt>
                <c:pt idx="420">
                  <c:v>419</c:v>
                </c:pt>
                <c:pt idx="421">
                  <c:v>420</c:v>
                </c:pt>
                <c:pt idx="422">
                  <c:v>421</c:v>
                </c:pt>
                <c:pt idx="423">
                  <c:v>422</c:v>
                </c:pt>
                <c:pt idx="424">
                  <c:v>423</c:v>
                </c:pt>
                <c:pt idx="425">
                  <c:v>424</c:v>
                </c:pt>
                <c:pt idx="426">
                  <c:v>425</c:v>
                </c:pt>
                <c:pt idx="427">
                  <c:v>426</c:v>
                </c:pt>
                <c:pt idx="428">
                  <c:v>427</c:v>
                </c:pt>
                <c:pt idx="429">
                  <c:v>428</c:v>
                </c:pt>
                <c:pt idx="430">
                  <c:v>429</c:v>
                </c:pt>
                <c:pt idx="431">
                  <c:v>430</c:v>
                </c:pt>
                <c:pt idx="432">
                  <c:v>431</c:v>
                </c:pt>
                <c:pt idx="433">
                  <c:v>432</c:v>
                </c:pt>
                <c:pt idx="434">
                  <c:v>433</c:v>
                </c:pt>
                <c:pt idx="435">
                  <c:v>434</c:v>
                </c:pt>
                <c:pt idx="436">
                  <c:v>435</c:v>
                </c:pt>
                <c:pt idx="437">
                  <c:v>436</c:v>
                </c:pt>
                <c:pt idx="438">
                  <c:v>437</c:v>
                </c:pt>
                <c:pt idx="439">
                  <c:v>438</c:v>
                </c:pt>
                <c:pt idx="440">
                  <c:v>439</c:v>
                </c:pt>
                <c:pt idx="441">
                  <c:v>440</c:v>
                </c:pt>
                <c:pt idx="442">
                  <c:v>441</c:v>
                </c:pt>
                <c:pt idx="443">
                  <c:v>442</c:v>
                </c:pt>
                <c:pt idx="444">
                  <c:v>443</c:v>
                </c:pt>
                <c:pt idx="445">
                  <c:v>444</c:v>
                </c:pt>
                <c:pt idx="446">
                  <c:v>445</c:v>
                </c:pt>
                <c:pt idx="447">
                  <c:v>446</c:v>
                </c:pt>
                <c:pt idx="448">
                  <c:v>447</c:v>
                </c:pt>
                <c:pt idx="449">
                  <c:v>448</c:v>
                </c:pt>
                <c:pt idx="450">
                  <c:v>449</c:v>
                </c:pt>
                <c:pt idx="451">
                  <c:v>450</c:v>
                </c:pt>
                <c:pt idx="452">
                  <c:v>451</c:v>
                </c:pt>
                <c:pt idx="453">
                  <c:v>452</c:v>
                </c:pt>
                <c:pt idx="454">
                  <c:v>453</c:v>
                </c:pt>
                <c:pt idx="455">
                  <c:v>454</c:v>
                </c:pt>
                <c:pt idx="456">
                  <c:v>455</c:v>
                </c:pt>
                <c:pt idx="457">
                  <c:v>456</c:v>
                </c:pt>
                <c:pt idx="458">
                  <c:v>457</c:v>
                </c:pt>
                <c:pt idx="459">
                  <c:v>458</c:v>
                </c:pt>
                <c:pt idx="460">
                  <c:v>459</c:v>
                </c:pt>
                <c:pt idx="461">
                  <c:v>460</c:v>
                </c:pt>
                <c:pt idx="462">
                  <c:v>461</c:v>
                </c:pt>
                <c:pt idx="463">
                  <c:v>462</c:v>
                </c:pt>
                <c:pt idx="464">
                  <c:v>463</c:v>
                </c:pt>
                <c:pt idx="465">
                  <c:v>464</c:v>
                </c:pt>
                <c:pt idx="466">
                  <c:v>465</c:v>
                </c:pt>
                <c:pt idx="467">
                  <c:v>466</c:v>
                </c:pt>
                <c:pt idx="468">
                  <c:v>467</c:v>
                </c:pt>
                <c:pt idx="469">
                  <c:v>468</c:v>
                </c:pt>
                <c:pt idx="470">
                  <c:v>469</c:v>
                </c:pt>
                <c:pt idx="471">
                  <c:v>470</c:v>
                </c:pt>
                <c:pt idx="472">
                  <c:v>471</c:v>
                </c:pt>
                <c:pt idx="473">
                  <c:v>472</c:v>
                </c:pt>
                <c:pt idx="474">
                  <c:v>473</c:v>
                </c:pt>
                <c:pt idx="475">
                  <c:v>474</c:v>
                </c:pt>
                <c:pt idx="476">
                  <c:v>475</c:v>
                </c:pt>
                <c:pt idx="477">
                  <c:v>476</c:v>
                </c:pt>
                <c:pt idx="478">
                  <c:v>477</c:v>
                </c:pt>
                <c:pt idx="479">
                  <c:v>478</c:v>
                </c:pt>
                <c:pt idx="480">
                  <c:v>479</c:v>
                </c:pt>
                <c:pt idx="481">
                  <c:v>480</c:v>
                </c:pt>
                <c:pt idx="482">
                  <c:v>481</c:v>
                </c:pt>
                <c:pt idx="483">
                  <c:v>482</c:v>
                </c:pt>
                <c:pt idx="484">
                  <c:v>483</c:v>
                </c:pt>
                <c:pt idx="485">
                  <c:v>484</c:v>
                </c:pt>
                <c:pt idx="486">
                  <c:v>485</c:v>
                </c:pt>
                <c:pt idx="487">
                  <c:v>486</c:v>
                </c:pt>
                <c:pt idx="488">
                  <c:v>487</c:v>
                </c:pt>
                <c:pt idx="489">
                  <c:v>488</c:v>
                </c:pt>
                <c:pt idx="490">
                  <c:v>489</c:v>
                </c:pt>
                <c:pt idx="491">
                  <c:v>490</c:v>
                </c:pt>
                <c:pt idx="492">
                  <c:v>491</c:v>
                </c:pt>
                <c:pt idx="493">
                  <c:v>492</c:v>
                </c:pt>
                <c:pt idx="494">
                  <c:v>493</c:v>
                </c:pt>
                <c:pt idx="495">
                  <c:v>494</c:v>
                </c:pt>
                <c:pt idx="496">
                  <c:v>495</c:v>
                </c:pt>
                <c:pt idx="497">
                  <c:v>496</c:v>
                </c:pt>
                <c:pt idx="498">
                  <c:v>497</c:v>
                </c:pt>
                <c:pt idx="499">
                  <c:v>498</c:v>
                </c:pt>
                <c:pt idx="500">
                  <c:v>499</c:v>
                </c:pt>
                <c:pt idx="501">
                  <c:v>500</c:v>
                </c:pt>
                <c:pt idx="502">
                  <c:v>501</c:v>
                </c:pt>
                <c:pt idx="503">
                  <c:v>502</c:v>
                </c:pt>
                <c:pt idx="504">
                  <c:v>503</c:v>
                </c:pt>
                <c:pt idx="505">
                  <c:v>504</c:v>
                </c:pt>
                <c:pt idx="506">
                  <c:v>505</c:v>
                </c:pt>
                <c:pt idx="507">
                  <c:v>506</c:v>
                </c:pt>
                <c:pt idx="508">
                  <c:v>507</c:v>
                </c:pt>
                <c:pt idx="509">
                  <c:v>508</c:v>
                </c:pt>
                <c:pt idx="510">
                  <c:v>509</c:v>
                </c:pt>
                <c:pt idx="511">
                  <c:v>510</c:v>
                </c:pt>
                <c:pt idx="512">
                  <c:v>511</c:v>
                </c:pt>
                <c:pt idx="513">
                  <c:v>512</c:v>
                </c:pt>
                <c:pt idx="514">
                  <c:v>513</c:v>
                </c:pt>
                <c:pt idx="515">
                  <c:v>514</c:v>
                </c:pt>
                <c:pt idx="516">
                  <c:v>515</c:v>
                </c:pt>
                <c:pt idx="517">
                  <c:v>516</c:v>
                </c:pt>
                <c:pt idx="518">
                  <c:v>517</c:v>
                </c:pt>
                <c:pt idx="519">
                  <c:v>518</c:v>
                </c:pt>
                <c:pt idx="520">
                  <c:v>519</c:v>
                </c:pt>
                <c:pt idx="521">
                  <c:v>520</c:v>
                </c:pt>
                <c:pt idx="522">
                  <c:v>521</c:v>
                </c:pt>
                <c:pt idx="523">
                  <c:v>522</c:v>
                </c:pt>
                <c:pt idx="524">
                  <c:v>523</c:v>
                </c:pt>
                <c:pt idx="525">
                  <c:v>524</c:v>
                </c:pt>
                <c:pt idx="526">
                  <c:v>525</c:v>
                </c:pt>
                <c:pt idx="527">
                  <c:v>526</c:v>
                </c:pt>
                <c:pt idx="528">
                  <c:v>527</c:v>
                </c:pt>
                <c:pt idx="529">
                  <c:v>528</c:v>
                </c:pt>
                <c:pt idx="530">
                  <c:v>529</c:v>
                </c:pt>
                <c:pt idx="531">
                  <c:v>530</c:v>
                </c:pt>
                <c:pt idx="532">
                  <c:v>531</c:v>
                </c:pt>
                <c:pt idx="533">
                  <c:v>532</c:v>
                </c:pt>
                <c:pt idx="534">
                  <c:v>533</c:v>
                </c:pt>
                <c:pt idx="535">
                  <c:v>534</c:v>
                </c:pt>
                <c:pt idx="536">
                  <c:v>535</c:v>
                </c:pt>
                <c:pt idx="537">
                  <c:v>536</c:v>
                </c:pt>
                <c:pt idx="538">
                  <c:v>537</c:v>
                </c:pt>
                <c:pt idx="539">
                  <c:v>538</c:v>
                </c:pt>
                <c:pt idx="540">
                  <c:v>539</c:v>
                </c:pt>
                <c:pt idx="541">
                  <c:v>540</c:v>
                </c:pt>
                <c:pt idx="542">
                  <c:v>541</c:v>
                </c:pt>
                <c:pt idx="543">
                  <c:v>542</c:v>
                </c:pt>
                <c:pt idx="544">
                  <c:v>543</c:v>
                </c:pt>
                <c:pt idx="545">
                  <c:v>544</c:v>
                </c:pt>
                <c:pt idx="546">
                  <c:v>545</c:v>
                </c:pt>
                <c:pt idx="547">
                  <c:v>546</c:v>
                </c:pt>
                <c:pt idx="548">
                  <c:v>547</c:v>
                </c:pt>
                <c:pt idx="549">
                  <c:v>548</c:v>
                </c:pt>
                <c:pt idx="550">
                  <c:v>549</c:v>
                </c:pt>
                <c:pt idx="551">
                  <c:v>550</c:v>
                </c:pt>
                <c:pt idx="552">
                  <c:v>551</c:v>
                </c:pt>
                <c:pt idx="553">
                  <c:v>552</c:v>
                </c:pt>
                <c:pt idx="554">
                  <c:v>553</c:v>
                </c:pt>
                <c:pt idx="555">
                  <c:v>554</c:v>
                </c:pt>
                <c:pt idx="556">
                  <c:v>555</c:v>
                </c:pt>
                <c:pt idx="557">
                  <c:v>556</c:v>
                </c:pt>
                <c:pt idx="558">
                  <c:v>557</c:v>
                </c:pt>
                <c:pt idx="559">
                  <c:v>558</c:v>
                </c:pt>
                <c:pt idx="560">
                  <c:v>559</c:v>
                </c:pt>
                <c:pt idx="561">
                  <c:v>560</c:v>
                </c:pt>
                <c:pt idx="562">
                  <c:v>561</c:v>
                </c:pt>
                <c:pt idx="563">
                  <c:v>562</c:v>
                </c:pt>
                <c:pt idx="564">
                  <c:v>563</c:v>
                </c:pt>
                <c:pt idx="565">
                  <c:v>564</c:v>
                </c:pt>
                <c:pt idx="566">
                  <c:v>565</c:v>
                </c:pt>
                <c:pt idx="567">
                  <c:v>566</c:v>
                </c:pt>
                <c:pt idx="568">
                  <c:v>567</c:v>
                </c:pt>
                <c:pt idx="569">
                  <c:v>568</c:v>
                </c:pt>
                <c:pt idx="570">
                  <c:v>569</c:v>
                </c:pt>
                <c:pt idx="571">
                  <c:v>570</c:v>
                </c:pt>
                <c:pt idx="572">
                  <c:v>571</c:v>
                </c:pt>
                <c:pt idx="573">
                  <c:v>572</c:v>
                </c:pt>
                <c:pt idx="574">
                  <c:v>573</c:v>
                </c:pt>
                <c:pt idx="575">
                  <c:v>574</c:v>
                </c:pt>
                <c:pt idx="576">
                  <c:v>575</c:v>
                </c:pt>
                <c:pt idx="577">
                  <c:v>576</c:v>
                </c:pt>
                <c:pt idx="578">
                  <c:v>577</c:v>
                </c:pt>
                <c:pt idx="579">
                  <c:v>578</c:v>
                </c:pt>
                <c:pt idx="580">
                  <c:v>579</c:v>
                </c:pt>
                <c:pt idx="581">
                  <c:v>580</c:v>
                </c:pt>
                <c:pt idx="582">
                  <c:v>581</c:v>
                </c:pt>
                <c:pt idx="583">
                  <c:v>582</c:v>
                </c:pt>
                <c:pt idx="584">
                  <c:v>583</c:v>
                </c:pt>
                <c:pt idx="585">
                  <c:v>584</c:v>
                </c:pt>
                <c:pt idx="586">
                  <c:v>585</c:v>
                </c:pt>
                <c:pt idx="587">
                  <c:v>586</c:v>
                </c:pt>
                <c:pt idx="588">
                  <c:v>587</c:v>
                </c:pt>
                <c:pt idx="589">
                  <c:v>588</c:v>
                </c:pt>
                <c:pt idx="590">
                  <c:v>589</c:v>
                </c:pt>
                <c:pt idx="591">
                  <c:v>590</c:v>
                </c:pt>
                <c:pt idx="592">
                  <c:v>591</c:v>
                </c:pt>
                <c:pt idx="593">
                  <c:v>592</c:v>
                </c:pt>
                <c:pt idx="594">
                  <c:v>593</c:v>
                </c:pt>
                <c:pt idx="595">
                  <c:v>594</c:v>
                </c:pt>
                <c:pt idx="596">
                  <c:v>595</c:v>
                </c:pt>
                <c:pt idx="597">
                  <c:v>596</c:v>
                </c:pt>
                <c:pt idx="598">
                  <c:v>597</c:v>
                </c:pt>
                <c:pt idx="599">
                  <c:v>598</c:v>
                </c:pt>
                <c:pt idx="600">
                  <c:v>599</c:v>
                </c:pt>
                <c:pt idx="601">
                  <c:v>600</c:v>
                </c:pt>
                <c:pt idx="602">
                  <c:v>601</c:v>
                </c:pt>
                <c:pt idx="603">
                  <c:v>602</c:v>
                </c:pt>
                <c:pt idx="604">
                  <c:v>603</c:v>
                </c:pt>
                <c:pt idx="605">
                  <c:v>604</c:v>
                </c:pt>
                <c:pt idx="606">
                  <c:v>605</c:v>
                </c:pt>
                <c:pt idx="607">
                  <c:v>606</c:v>
                </c:pt>
                <c:pt idx="608">
                  <c:v>607</c:v>
                </c:pt>
                <c:pt idx="609">
                  <c:v>608</c:v>
                </c:pt>
                <c:pt idx="610">
                  <c:v>609</c:v>
                </c:pt>
                <c:pt idx="611">
                  <c:v>610</c:v>
                </c:pt>
                <c:pt idx="612">
                  <c:v>611</c:v>
                </c:pt>
                <c:pt idx="613">
                  <c:v>612</c:v>
                </c:pt>
                <c:pt idx="614">
                  <c:v>613</c:v>
                </c:pt>
                <c:pt idx="615">
                  <c:v>614</c:v>
                </c:pt>
                <c:pt idx="616">
                  <c:v>615</c:v>
                </c:pt>
                <c:pt idx="617">
                  <c:v>616</c:v>
                </c:pt>
                <c:pt idx="618">
                  <c:v>617</c:v>
                </c:pt>
                <c:pt idx="619">
                  <c:v>618</c:v>
                </c:pt>
                <c:pt idx="620">
                  <c:v>619</c:v>
                </c:pt>
                <c:pt idx="621">
                  <c:v>620</c:v>
                </c:pt>
                <c:pt idx="622">
                  <c:v>621</c:v>
                </c:pt>
                <c:pt idx="623">
                  <c:v>622</c:v>
                </c:pt>
                <c:pt idx="624">
                  <c:v>623</c:v>
                </c:pt>
                <c:pt idx="625">
                  <c:v>624</c:v>
                </c:pt>
                <c:pt idx="626">
                  <c:v>625</c:v>
                </c:pt>
                <c:pt idx="627">
                  <c:v>626</c:v>
                </c:pt>
                <c:pt idx="628">
                  <c:v>627</c:v>
                </c:pt>
                <c:pt idx="629">
                  <c:v>628</c:v>
                </c:pt>
                <c:pt idx="630">
                  <c:v>629</c:v>
                </c:pt>
                <c:pt idx="631">
                  <c:v>630</c:v>
                </c:pt>
                <c:pt idx="632">
                  <c:v>631</c:v>
                </c:pt>
                <c:pt idx="633">
                  <c:v>632</c:v>
                </c:pt>
                <c:pt idx="634">
                  <c:v>633</c:v>
                </c:pt>
                <c:pt idx="635">
                  <c:v>634</c:v>
                </c:pt>
                <c:pt idx="636">
                  <c:v>635</c:v>
                </c:pt>
                <c:pt idx="637">
                  <c:v>636</c:v>
                </c:pt>
                <c:pt idx="638">
                  <c:v>637</c:v>
                </c:pt>
                <c:pt idx="639">
                  <c:v>638</c:v>
                </c:pt>
                <c:pt idx="640">
                  <c:v>639</c:v>
                </c:pt>
                <c:pt idx="641">
                  <c:v>640</c:v>
                </c:pt>
                <c:pt idx="642">
                  <c:v>641</c:v>
                </c:pt>
                <c:pt idx="643">
                  <c:v>642</c:v>
                </c:pt>
                <c:pt idx="644">
                  <c:v>643</c:v>
                </c:pt>
                <c:pt idx="645">
                  <c:v>644</c:v>
                </c:pt>
                <c:pt idx="646">
                  <c:v>645</c:v>
                </c:pt>
                <c:pt idx="647">
                  <c:v>646</c:v>
                </c:pt>
                <c:pt idx="648">
                  <c:v>647</c:v>
                </c:pt>
                <c:pt idx="649">
                  <c:v>648</c:v>
                </c:pt>
                <c:pt idx="650">
                  <c:v>649</c:v>
                </c:pt>
                <c:pt idx="651">
                  <c:v>650</c:v>
                </c:pt>
                <c:pt idx="652">
                  <c:v>651</c:v>
                </c:pt>
                <c:pt idx="653">
                  <c:v>652</c:v>
                </c:pt>
                <c:pt idx="654">
                  <c:v>653</c:v>
                </c:pt>
                <c:pt idx="655">
                  <c:v>654</c:v>
                </c:pt>
                <c:pt idx="656">
                  <c:v>655</c:v>
                </c:pt>
                <c:pt idx="657">
                  <c:v>656</c:v>
                </c:pt>
                <c:pt idx="658">
                  <c:v>657</c:v>
                </c:pt>
                <c:pt idx="659">
                  <c:v>658</c:v>
                </c:pt>
                <c:pt idx="660">
                  <c:v>659</c:v>
                </c:pt>
                <c:pt idx="661">
                  <c:v>660</c:v>
                </c:pt>
                <c:pt idx="662">
                  <c:v>661</c:v>
                </c:pt>
                <c:pt idx="663">
                  <c:v>662</c:v>
                </c:pt>
                <c:pt idx="664">
                  <c:v>663</c:v>
                </c:pt>
                <c:pt idx="665">
                  <c:v>664</c:v>
                </c:pt>
                <c:pt idx="666">
                  <c:v>665</c:v>
                </c:pt>
                <c:pt idx="667">
                  <c:v>666</c:v>
                </c:pt>
                <c:pt idx="668">
                  <c:v>667</c:v>
                </c:pt>
                <c:pt idx="669">
                  <c:v>668</c:v>
                </c:pt>
                <c:pt idx="670">
                  <c:v>669</c:v>
                </c:pt>
                <c:pt idx="671">
                  <c:v>670</c:v>
                </c:pt>
                <c:pt idx="672">
                  <c:v>671</c:v>
                </c:pt>
                <c:pt idx="673">
                  <c:v>672</c:v>
                </c:pt>
                <c:pt idx="674">
                  <c:v>673</c:v>
                </c:pt>
                <c:pt idx="675">
                  <c:v>674</c:v>
                </c:pt>
                <c:pt idx="676">
                  <c:v>675</c:v>
                </c:pt>
                <c:pt idx="677">
                  <c:v>676</c:v>
                </c:pt>
                <c:pt idx="678">
                  <c:v>677</c:v>
                </c:pt>
                <c:pt idx="679">
                  <c:v>678</c:v>
                </c:pt>
                <c:pt idx="680">
                  <c:v>679</c:v>
                </c:pt>
                <c:pt idx="681">
                  <c:v>680</c:v>
                </c:pt>
                <c:pt idx="682">
                  <c:v>681</c:v>
                </c:pt>
                <c:pt idx="683">
                  <c:v>682</c:v>
                </c:pt>
                <c:pt idx="684">
                  <c:v>683</c:v>
                </c:pt>
                <c:pt idx="685">
                  <c:v>684</c:v>
                </c:pt>
                <c:pt idx="686">
                  <c:v>685</c:v>
                </c:pt>
                <c:pt idx="687">
                  <c:v>686</c:v>
                </c:pt>
                <c:pt idx="688">
                  <c:v>687</c:v>
                </c:pt>
                <c:pt idx="689">
                  <c:v>688</c:v>
                </c:pt>
                <c:pt idx="690">
                  <c:v>689</c:v>
                </c:pt>
                <c:pt idx="691">
                  <c:v>690</c:v>
                </c:pt>
                <c:pt idx="692">
                  <c:v>691</c:v>
                </c:pt>
                <c:pt idx="693">
                  <c:v>692</c:v>
                </c:pt>
                <c:pt idx="694">
                  <c:v>693</c:v>
                </c:pt>
                <c:pt idx="695">
                  <c:v>694</c:v>
                </c:pt>
                <c:pt idx="696">
                  <c:v>695</c:v>
                </c:pt>
                <c:pt idx="697">
                  <c:v>696</c:v>
                </c:pt>
                <c:pt idx="698">
                  <c:v>697</c:v>
                </c:pt>
                <c:pt idx="699">
                  <c:v>698</c:v>
                </c:pt>
                <c:pt idx="700">
                  <c:v>699</c:v>
                </c:pt>
                <c:pt idx="701">
                  <c:v>700</c:v>
                </c:pt>
                <c:pt idx="702">
                  <c:v>701</c:v>
                </c:pt>
                <c:pt idx="703">
                  <c:v>702</c:v>
                </c:pt>
                <c:pt idx="704">
                  <c:v>703</c:v>
                </c:pt>
                <c:pt idx="705">
                  <c:v>704</c:v>
                </c:pt>
                <c:pt idx="706">
                  <c:v>705</c:v>
                </c:pt>
                <c:pt idx="707">
                  <c:v>706</c:v>
                </c:pt>
                <c:pt idx="708">
                  <c:v>707</c:v>
                </c:pt>
                <c:pt idx="709">
                  <c:v>708</c:v>
                </c:pt>
                <c:pt idx="710">
                  <c:v>709</c:v>
                </c:pt>
                <c:pt idx="711">
                  <c:v>710</c:v>
                </c:pt>
                <c:pt idx="712">
                  <c:v>711</c:v>
                </c:pt>
                <c:pt idx="713">
                  <c:v>712</c:v>
                </c:pt>
                <c:pt idx="714">
                  <c:v>713</c:v>
                </c:pt>
                <c:pt idx="715">
                  <c:v>714</c:v>
                </c:pt>
                <c:pt idx="716">
                  <c:v>715</c:v>
                </c:pt>
                <c:pt idx="717">
                  <c:v>716</c:v>
                </c:pt>
                <c:pt idx="718">
                  <c:v>717</c:v>
                </c:pt>
                <c:pt idx="719">
                  <c:v>718</c:v>
                </c:pt>
                <c:pt idx="720">
                  <c:v>719</c:v>
                </c:pt>
                <c:pt idx="721">
                  <c:v>720</c:v>
                </c:pt>
                <c:pt idx="722">
                  <c:v>721</c:v>
                </c:pt>
                <c:pt idx="723">
                  <c:v>722</c:v>
                </c:pt>
                <c:pt idx="724">
                  <c:v>723</c:v>
                </c:pt>
                <c:pt idx="725">
                  <c:v>724</c:v>
                </c:pt>
                <c:pt idx="726">
                  <c:v>725</c:v>
                </c:pt>
                <c:pt idx="727">
                  <c:v>726</c:v>
                </c:pt>
                <c:pt idx="728">
                  <c:v>727</c:v>
                </c:pt>
                <c:pt idx="729">
                  <c:v>728</c:v>
                </c:pt>
                <c:pt idx="730">
                  <c:v>729</c:v>
                </c:pt>
                <c:pt idx="731">
                  <c:v>730</c:v>
                </c:pt>
                <c:pt idx="732">
                  <c:v>731</c:v>
                </c:pt>
                <c:pt idx="733">
                  <c:v>732</c:v>
                </c:pt>
                <c:pt idx="734">
                  <c:v>733</c:v>
                </c:pt>
                <c:pt idx="735">
                  <c:v>734</c:v>
                </c:pt>
                <c:pt idx="736">
                  <c:v>735</c:v>
                </c:pt>
                <c:pt idx="737">
                  <c:v>736</c:v>
                </c:pt>
                <c:pt idx="738">
                  <c:v>737</c:v>
                </c:pt>
                <c:pt idx="739">
                  <c:v>738</c:v>
                </c:pt>
                <c:pt idx="740">
                  <c:v>739</c:v>
                </c:pt>
                <c:pt idx="741">
                  <c:v>740</c:v>
                </c:pt>
                <c:pt idx="742">
                  <c:v>741</c:v>
                </c:pt>
                <c:pt idx="743">
                  <c:v>742</c:v>
                </c:pt>
                <c:pt idx="744">
                  <c:v>743</c:v>
                </c:pt>
                <c:pt idx="745">
                  <c:v>744</c:v>
                </c:pt>
                <c:pt idx="746">
                  <c:v>745</c:v>
                </c:pt>
                <c:pt idx="747">
                  <c:v>746</c:v>
                </c:pt>
                <c:pt idx="748">
                  <c:v>747</c:v>
                </c:pt>
                <c:pt idx="749">
                  <c:v>748</c:v>
                </c:pt>
                <c:pt idx="750">
                  <c:v>749</c:v>
                </c:pt>
                <c:pt idx="751">
                  <c:v>750</c:v>
                </c:pt>
                <c:pt idx="752">
                  <c:v>751</c:v>
                </c:pt>
                <c:pt idx="753">
                  <c:v>752</c:v>
                </c:pt>
                <c:pt idx="754">
                  <c:v>753</c:v>
                </c:pt>
                <c:pt idx="755">
                  <c:v>754</c:v>
                </c:pt>
                <c:pt idx="756">
                  <c:v>755</c:v>
                </c:pt>
                <c:pt idx="757">
                  <c:v>756</c:v>
                </c:pt>
                <c:pt idx="758">
                  <c:v>757</c:v>
                </c:pt>
                <c:pt idx="759">
                  <c:v>758</c:v>
                </c:pt>
                <c:pt idx="760">
                  <c:v>759</c:v>
                </c:pt>
                <c:pt idx="761">
                  <c:v>760</c:v>
                </c:pt>
                <c:pt idx="762">
                  <c:v>761</c:v>
                </c:pt>
                <c:pt idx="763">
                  <c:v>762</c:v>
                </c:pt>
                <c:pt idx="764">
                  <c:v>763</c:v>
                </c:pt>
                <c:pt idx="765">
                  <c:v>764</c:v>
                </c:pt>
                <c:pt idx="766">
                  <c:v>765</c:v>
                </c:pt>
                <c:pt idx="767">
                  <c:v>766</c:v>
                </c:pt>
                <c:pt idx="768">
                  <c:v>767</c:v>
                </c:pt>
                <c:pt idx="769">
                  <c:v>768</c:v>
                </c:pt>
                <c:pt idx="770">
                  <c:v>769</c:v>
                </c:pt>
                <c:pt idx="771">
                  <c:v>770</c:v>
                </c:pt>
                <c:pt idx="772">
                  <c:v>771</c:v>
                </c:pt>
                <c:pt idx="773">
                  <c:v>772</c:v>
                </c:pt>
                <c:pt idx="774">
                  <c:v>773</c:v>
                </c:pt>
                <c:pt idx="775">
                  <c:v>774</c:v>
                </c:pt>
                <c:pt idx="776">
                  <c:v>775</c:v>
                </c:pt>
                <c:pt idx="777">
                  <c:v>776</c:v>
                </c:pt>
                <c:pt idx="778">
                  <c:v>777</c:v>
                </c:pt>
                <c:pt idx="779">
                  <c:v>778</c:v>
                </c:pt>
                <c:pt idx="780">
                  <c:v>779</c:v>
                </c:pt>
                <c:pt idx="781">
                  <c:v>780</c:v>
                </c:pt>
                <c:pt idx="782">
                  <c:v>781</c:v>
                </c:pt>
                <c:pt idx="783">
                  <c:v>782</c:v>
                </c:pt>
                <c:pt idx="784">
                  <c:v>783</c:v>
                </c:pt>
                <c:pt idx="785">
                  <c:v>784</c:v>
                </c:pt>
                <c:pt idx="786">
                  <c:v>785</c:v>
                </c:pt>
                <c:pt idx="787">
                  <c:v>786</c:v>
                </c:pt>
                <c:pt idx="788">
                  <c:v>787</c:v>
                </c:pt>
                <c:pt idx="789">
                  <c:v>788</c:v>
                </c:pt>
                <c:pt idx="790">
                  <c:v>789</c:v>
                </c:pt>
                <c:pt idx="791">
                  <c:v>790</c:v>
                </c:pt>
                <c:pt idx="792">
                  <c:v>791</c:v>
                </c:pt>
                <c:pt idx="793">
                  <c:v>792</c:v>
                </c:pt>
                <c:pt idx="794">
                  <c:v>793</c:v>
                </c:pt>
                <c:pt idx="795">
                  <c:v>794</c:v>
                </c:pt>
                <c:pt idx="796">
                  <c:v>795</c:v>
                </c:pt>
                <c:pt idx="797">
                  <c:v>796</c:v>
                </c:pt>
                <c:pt idx="798">
                  <c:v>797</c:v>
                </c:pt>
                <c:pt idx="799">
                  <c:v>798</c:v>
                </c:pt>
                <c:pt idx="800">
                  <c:v>799</c:v>
                </c:pt>
                <c:pt idx="801">
                  <c:v>800</c:v>
                </c:pt>
                <c:pt idx="802">
                  <c:v>801</c:v>
                </c:pt>
                <c:pt idx="803">
                  <c:v>802</c:v>
                </c:pt>
                <c:pt idx="804">
                  <c:v>803</c:v>
                </c:pt>
                <c:pt idx="805">
                  <c:v>804</c:v>
                </c:pt>
                <c:pt idx="806">
                  <c:v>805</c:v>
                </c:pt>
                <c:pt idx="807">
                  <c:v>806</c:v>
                </c:pt>
                <c:pt idx="808">
                  <c:v>807</c:v>
                </c:pt>
                <c:pt idx="809">
                  <c:v>808</c:v>
                </c:pt>
                <c:pt idx="810">
                  <c:v>809</c:v>
                </c:pt>
                <c:pt idx="811">
                  <c:v>810</c:v>
                </c:pt>
                <c:pt idx="812">
                  <c:v>811</c:v>
                </c:pt>
                <c:pt idx="813">
                  <c:v>812</c:v>
                </c:pt>
                <c:pt idx="814">
                  <c:v>813</c:v>
                </c:pt>
                <c:pt idx="815">
                  <c:v>814</c:v>
                </c:pt>
                <c:pt idx="816">
                  <c:v>815</c:v>
                </c:pt>
                <c:pt idx="817">
                  <c:v>816</c:v>
                </c:pt>
                <c:pt idx="818">
                  <c:v>817</c:v>
                </c:pt>
                <c:pt idx="819">
                  <c:v>818</c:v>
                </c:pt>
                <c:pt idx="820">
                  <c:v>819</c:v>
                </c:pt>
                <c:pt idx="821">
                  <c:v>820</c:v>
                </c:pt>
                <c:pt idx="822">
                  <c:v>821</c:v>
                </c:pt>
                <c:pt idx="823">
                  <c:v>822</c:v>
                </c:pt>
                <c:pt idx="824">
                  <c:v>823</c:v>
                </c:pt>
                <c:pt idx="825">
                  <c:v>824</c:v>
                </c:pt>
                <c:pt idx="826">
                  <c:v>825</c:v>
                </c:pt>
                <c:pt idx="827">
                  <c:v>826</c:v>
                </c:pt>
                <c:pt idx="828">
                  <c:v>827</c:v>
                </c:pt>
                <c:pt idx="829">
                  <c:v>828</c:v>
                </c:pt>
                <c:pt idx="830">
                  <c:v>829</c:v>
                </c:pt>
                <c:pt idx="831">
                  <c:v>830</c:v>
                </c:pt>
                <c:pt idx="832">
                  <c:v>831</c:v>
                </c:pt>
                <c:pt idx="833">
                  <c:v>832</c:v>
                </c:pt>
                <c:pt idx="834">
                  <c:v>833</c:v>
                </c:pt>
                <c:pt idx="835">
                  <c:v>834</c:v>
                </c:pt>
                <c:pt idx="836">
                  <c:v>835</c:v>
                </c:pt>
                <c:pt idx="837">
                  <c:v>836</c:v>
                </c:pt>
                <c:pt idx="838">
                  <c:v>837</c:v>
                </c:pt>
                <c:pt idx="839">
                  <c:v>838</c:v>
                </c:pt>
                <c:pt idx="840">
                  <c:v>839</c:v>
                </c:pt>
                <c:pt idx="841">
                  <c:v>840</c:v>
                </c:pt>
                <c:pt idx="842">
                  <c:v>841</c:v>
                </c:pt>
                <c:pt idx="843">
                  <c:v>842</c:v>
                </c:pt>
                <c:pt idx="844">
                  <c:v>843</c:v>
                </c:pt>
                <c:pt idx="845">
                  <c:v>844</c:v>
                </c:pt>
                <c:pt idx="846">
                  <c:v>845</c:v>
                </c:pt>
                <c:pt idx="847">
                  <c:v>846</c:v>
                </c:pt>
                <c:pt idx="848">
                  <c:v>847</c:v>
                </c:pt>
                <c:pt idx="849">
                  <c:v>848</c:v>
                </c:pt>
                <c:pt idx="850">
                  <c:v>849</c:v>
                </c:pt>
                <c:pt idx="851">
                  <c:v>850</c:v>
                </c:pt>
                <c:pt idx="852">
                  <c:v>851</c:v>
                </c:pt>
                <c:pt idx="853">
                  <c:v>852</c:v>
                </c:pt>
                <c:pt idx="854">
                  <c:v>853</c:v>
                </c:pt>
                <c:pt idx="855">
                  <c:v>854</c:v>
                </c:pt>
                <c:pt idx="856">
                  <c:v>855</c:v>
                </c:pt>
                <c:pt idx="857">
                  <c:v>856</c:v>
                </c:pt>
                <c:pt idx="858">
                  <c:v>857</c:v>
                </c:pt>
                <c:pt idx="859">
                  <c:v>858</c:v>
                </c:pt>
                <c:pt idx="860">
                  <c:v>859</c:v>
                </c:pt>
                <c:pt idx="861">
                  <c:v>860</c:v>
                </c:pt>
                <c:pt idx="862">
                  <c:v>861</c:v>
                </c:pt>
                <c:pt idx="863">
                  <c:v>862</c:v>
                </c:pt>
                <c:pt idx="864">
                  <c:v>863</c:v>
                </c:pt>
                <c:pt idx="865">
                  <c:v>864</c:v>
                </c:pt>
                <c:pt idx="866">
                  <c:v>865</c:v>
                </c:pt>
                <c:pt idx="867">
                  <c:v>866</c:v>
                </c:pt>
                <c:pt idx="868">
                  <c:v>867</c:v>
                </c:pt>
                <c:pt idx="869">
                  <c:v>868</c:v>
                </c:pt>
                <c:pt idx="870">
                  <c:v>869</c:v>
                </c:pt>
                <c:pt idx="871">
                  <c:v>870</c:v>
                </c:pt>
                <c:pt idx="872">
                  <c:v>871</c:v>
                </c:pt>
                <c:pt idx="873">
                  <c:v>872</c:v>
                </c:pt>
                <c:pt idx="874">
                  <c:v>873</c:v>
                </c:pt>
                <c:pt idx="875">
                  <c:v>874</c:v>
                </c:pt>
                <c:pt idx="876">
                  <c:v>875</c:v>
                </c:pt>
                <c:pt idx="877">
                  <c:v>876</c:v>
                </c:pt>
                <c:pt idx="878">
                  <c:v>877</c:v>
                </c:pt>
                <c:pt idx="879">
                  <c:v>878</c:v>
                </c:pt>
                <c:pt idx="880">
                  <c:v>879</c:v>
                </c:pt>
                <c:pt idx="881">
                  <c:v>880</c:v>
                </c:pt>
                <c:pt idx="882">
                  <c:v>881</c:v>
                </c:pt>
                <c:pt idx="883">
                  <c:v>882</c:v>
                </c:pt>
                <c:pt idx="884">
                  <c:v>883</c:v>
                </c:pt>
                <c:pt idx="885">
                  <c:v>884</c:v>
                </c:pt>
                <c:pt idx="886">
                  <c:v>885</c:v>
                </c:pt>
                <c:pt idx="887">
                  <c:v>886</c:v>
                </c:pt>
                <c:pt idx="888">
                  <c:v>887</c:v>
                </c:pt>
                <c:pt idx="889">
                  <c:v>888</c:v>
                </c:pt>
                <c:pt idx="890">
                  <c:v>889</c:v>
                </c:pt>
                <c:pt idx="891">
                  <c:v>890</c:v>
                </c:pt>
                <c:pt idx="892">
                  <c:v>891</c:v>
                </c:pt>
                <c:pt idx="893">
                  <c:v>892</c:v>
                </c:pt>
                <c:pt idx="894">
                  <c:v>893</c:v>
                </c:pt>
                <c:pt idx="895">
                  <c:v>894</c:v>
                </c:pt>
                <c:pt idx="896">
                  <c:v>895</c:v>
                </c:pt>
                <c:pt idx="897">
                  <c:v>896</c:v>
                </c:pt>
                <c:pt idx="898">
                  <c:v>897</c:v>
                </c:pt>
                <c:pt idx="899">
                  <c:v>898</c:v>
                </c:pt>
                <c:pt idx="900">
                  <c:v>899</c:v>
                </c:pt>
                <c:pt idx="901">
                  <c:v>900</c:v>
                </c:pt>
                <c:pt idx="902">
                  <c:v>901</c:v>
                </c:pt>
                <c:pt idx="903">
                  <c:v>902</c:v>
                </c:pt>
                <c:pt idx="904">
                  <c:v>903</c:v>
                </c:pt>
                <c:pt idx="905">
                  <c:v>904</c:v>
                </c:pt>
                <c:pt idx="906">
                  <c:v>905</c:v>
                </c:pt>
                <c:pt idx="907">
                  <c:v>906</c:v>
                </c:pt>
                <c:pt idx="908">
                  <c:v>907</c:v>
                </c:pt>
                <c:pt idx="909">
                  <c:v>908</c:v>
                </c:pt>
                <c:pt idx="910">
                  <c:v>909</c:v>
                </c:pt>
                <c:pt idx="911">
                  <c:v>910</c:v>
                </c:pt>
                <c:pt idx="912">
                  <c:v>911</c:v>
                </c:pt>
                <c:pt idx="913">
                  <c:v>912</c:v>
                </c:pt>
                <c:pt idx="914">
                  <c:v>913</c:v>
                </c:pt>
                <c:pt idx="915">
                  <c:v>914</c:v>
                </c:pt>
                <c:pt idx="916">
                  <c:v>915</c:v>
                </c:pt>
                <c:pt idx="917">
                  <c:v>916</c:v>
                </c:pt>
                <c:pt idx="918">
                  <c:v>917</c:v>
                </c:pt>
                <c:pt idx="919">
                  <c:v>918</c:v>
                </c:pt>
                <c:pt idx="920">
                  <c:v>919</c:v>
                </c:pt>
                <c:pt idx="921">
                  <c:v>920</c:v>
                </c:pt>
                <c:pt idx="922">
                  <c:v>921</c:v>
                </c:pt>
                <c:pt idx="923">
                  <c:v>922</c:v>
                </c:pt>
                <c:pt idx="924">
                  <c:v>923</c:v>
                </c:pt>
                <c:pt idx="925">
                  <c:v>924</c:v>
                </c:pt>
                <c:pt idx="926">
                  <c:v>925</c:v>
                </c:pt>
                <c:pt idx="927">
                  <c:v>926</c:v>
                </c:pt>
                <c:pt idx="928">
                  <c:v>927</c:v>
                </c:pt>
                <c:pt idx="929">
                  <c:v>928</c:v>
                </c:pt>
                <c:pt idx="930">
                  <c:v>929</c:v>
                </c:pt>
                <c:pt idx="931">
                  <c:v>930</c:v>
                </c:pt>
                <c:pt idx="932">
                  <c:v>931</c:v>
                </c:pt>
                <c:pt idx="933">
                  <c:v>932</c:v>
                </c:pt>
                <c:pt idx="934">
                  <c:v>933</c:v>
                </c:pt>
                <c:pt idx="935">
                  <c:v>934</c:v>
                </c:pt>
                <c:pt idx="936">
                  <c:v>935</c:v>
                </c:pt>
                <c:pt idx="937">
                  <c:v>936</c:v>
                </c:pt>
                <c:pt idx="938">
                  <c:v>937</c:v>
                </c:pt>
                <c:pt idx="939">
                  <c:v>938</c:v>
                </c:pt>
                <c:pt idx="940">
                  <c:v>939</c:v>
                </c:pt>
                <c:pt idx="941">
                  <c:v>940</c:v>
                </c:pt>
                <c:pt idx="942">
                  <c:v>941</c:v>
                </c:pt>
                <c:pt idx="943">
                  <c:v>942</c:v>
                </c:pt>
                <c:pt idx="944">
                  <c:v>943</c:v>
                </c:pt>
                <c:pt idx="945">
                  <c:v>944</c:v>
                </c:pt>
                <c:pt idx="946">
                  <c:v>945</c:v>
                </c:pt>
                <c:pt idx="947">
                  <c:v>946</c:v>
                </c:pt>
                <c:pt idx="948">
                  <c:v>947</c:v>
                </c:pt>
                <c:pt idx="949">
                  <c:v>948</c:v>
                </c:pt>
                <c:pt idx="950">
                  <c:v>949</c:v>
                </c:pt>
                <c:pt idx="951">
                  <c:v>950</c:v>
                </c:pt>
                <c:pt idx="952">
                  <c:v>951</c:v>
                </c:pt>
                <c:pt idx="953">
                  <c:v>952</c:v>
                </c:pt>
                <c:pt idx="954">
                  <c:v>953</c:v>
                </c:pt>
                <c:pt idx="955">
                  <c:v>954</c:v>
                </c:pt>
                <c:pt idx="956">
                  <c:v>955</c:v>
                </c:pt>
                <c:pt idx="957">
                  <c:v>956</c:v>
                </c:pt>
                <c:pt idx="958">
                  <c:v>957</c:v>
                </c:pt>
                <c:pt idx="959">
                  <c:v>958</c:v>
                </c:pt>
                <c:pt idx="960">
                  <c:v>959</c:v>
                </c:pt>
                <c:pt idx="961">
                  <c:v>960</c:v>
                </c:pt>
                <c:pt idx="962">
                  <c:v>961</c:v>
                </c:pt>
                <c:pt idx="963">
                  <c:v>962</c:v>
                </c:pt>
                <c:pt idx="964">
                  <c:v>963</c:v>
                </c:pt>
                <c:pt idx="965">
                  <c:v>964</c:v>
                </c:pt>
                <c:pt idx="966">
                  <c:v>965</c:v>
                </c:pt>
                <c:pt idx="967">
                  <c:v>966</c:v>
                </c:pt>
                <c:pt idx="968">
                  <c:v>967</c:v>
                </c:pt>
                <c:pt idx="969">
                  <c:v>968</c:v>
                </c:pt>
                <c:pt idx="970">
                  <c:v>969</c:v>
                </c:pt>
                <c:pt idx="971">
                  <c:v>970</c:v>
                </c:pt>
                <c:pt idx="972">
                  <c:v>971</c:v>
                </c:pt>
                <c:pt idx="973">
                  <c:v>972</c:v>
                </c:pt>
                <c:pt idx="974">
                  <c:v>973</c:v>
                </c:pt>
                <c:pt idx="975">
                  <c:v>974</c:v>
                </c:pt>
                <c:pt idx="976">
                  <c:v>975</c:v>
                </c:pt>
                <c:pt idx="977">
                  <c:v>976</c:v>
                </c:pt>
                <c:pt idx="978">
                  <c:v>977</c:v>
                </c:pt>
              </c:strCache>
            </c:strRef>
          </c:xVal>
          <c:yVal>
            <c:numRef>
              <c:f>'[Actualizacion deslizamiento_2024_vf2.xlsx]Tasa'!$K:$K</c:f>
              <c:numCache>
                <c:formatCode>_-* #,##0.000000_-;\-* #,##0.000000_-;_-* "-"??_-;_-@_-</c:formatCode>
                <c:ptCount val="1048576"/>
                <c:pt idx="0">
                  <c:v>0</c:v>
                </c:pt>
                <c:pt idx="1">
                  <c:v>1</c:v>
                </c:pt>
                <c:pt idx="2">
                  <c:v>0.90721107484489216</c:v>
                </c:pt>
                <c:pt idx="3">
                  <c:v>0.82303193432122468</c:v>
                </c:pt>
                <c:pt idx="4">
                  <c:v>0.74666368576722886</c:v>
                </c:pt>
                <c:pt idx="5">
                  <c:v>0.67738156491253654</c:v>
                </c:pt>
                <c:pt idx="6">
                  <c:v>0.61452805758441742</c:v>
                </c:pt>
                <c:pt idx="7">
                  <c:v>0.55750665964350321</c:v>
                </c:pt>
                <c:pt idx="8">
                  <c:v>0.50577621592836797</c:v>
                </c:pt>
                <c:pt idx="9">
                  <c:v>0.45884578448335706</c:v>
                </c:pt>
                <c:pt idx="10">
                  <c:v>0.41626997732919407</c:v>
                </c:pt>
                <c:pt idx="11">
                  <c:v>0.377644733558477</c:v>
                </c:pt>
                <c:pt idx="12">
                  <c:v>0.34260348464109891</c:v>
                </c:pt>
                <c:pt idx="13">
                  <c:v>0.31081367554685685</c:v>
                </c:pt>
                <c:pt idx="14">
                  <c:v>0.28197360866935561</c:v>
                </c:pt>
                <c:pt idx="15">
                  <c:v>0.25580958059881909</c:v>
                </c:pt>
                <c:pt idx="16">
                  <c:v>0.2320732845706758</c:v>
                </c:pt>
                <c:pt idx="17">
                  <c:v>0.21053945393814733</c:v>
                </c:pt>
                <c:pt idx="18">
                  <c:v>0.19100372430448326</c:v>
                </c:pt>
                <c:pt idx="19">
                  <c:v>0.17328069402564775</c:v>
                </c:pt>
                <c:pt idx="20">
                  <c:v>0.15720216467687675</c:v>
                </c:pt>
                <c:pt idx="21">
                  <c:v>0.14261554478445312</c:v>
                </c:pt>
                <c:pt idx="22">
                  <c:v>0.12938240167349357</c:v>
                </c:pt>
                <c:pt idx="23">
                  <c:v>0.11737714768822369</c:v>
                </c:pt>
                <c:pt idx="24">
                  <c:v>0.10648584831646107</c:v>
                </c:pt>
                <c:pt idx="25">
                  <c:v>9.6605140906946815E-2</c:v>
                </c:pt>
                <c:pt idx="26">
                  <c:v>8.7641253717733486E-2</c:v>
                </c:pt>
                <c:pt idx="27">
                  <c:v>7.9509115986018897E-2</c:v>
                </c:pt>
                <c:pt idx="28">
                  <c:v>7.2131550573643413E-2</c:v>
                </c:pt>
                <c:pt idx="29">
                  <c:v>6.5438541526143715E-2</c:v>
                </c:pt>
                <c:pt idx="30">
                  <c:v>5.936656959421497E-2</c:v>
                </c:pt>
                <c:pt idx="31">
                  <c:v>5.385800941142186E-2</c:v>
                </c:pt>
                <c:pt idx="32">
                  <c:v>4.8860582607142329E-2</c:v>
                </c:pt>
                <c:pt idx="33">
                  <c:v>4.432686166457326E-2</c:v>
                </c:pt>
                <c:pt idx="34">
                  <c:v>4.0213819815218342E-2</c:v>
                </c:pt>
                <c:pt idx="35">
                  <c:v>3.6482422698183053E-2</c:v>
                </c:pt>
                <c:pt idx="36">
                  <c:v>3.3097257908964339E-2</c:v>
                </c:pt>
                <c:pt idx="37">
                  <c:v>3.0026198922010156E-2</c:v>
                </c:pt>
                <c:pt idx="38">
                  <c:v>2.7240100197543374E-2</c:v>
                </c:pt>
                <c:pt idx="39">
                  <c:v>2.4712520579095888E-2</c:v>
                </c:pt>
                <c:pt idx="40">
                  <c:v>2.2419472356688095E-2</c:v>
                </c:pt>
                <c:pt idx="41">
                  <c:v>2.0339193614166348E-2</c:v>
                </c:pt>
                <c:pt idx="42">
                  <c:v>1.8451941700186231E-2</c:v>
                </c:pt>
                <c:pt idx="43">
                  <c:v>1.6739805862801233E-2</c:v>
                </c:pt>
                <c:pt idx="44">
                  <c:v>1.518653726948674E-2</c:v>
                </c:pt>
                <c:pt idx="45">
                  <c:v>1.3777394799423073E-2</c:v>
                </c:pt>
                <c:pt idx="46">
                  <c:v>1.2499005144547042E-2</c:v>
                </c:pt>
                <c:pt idx="47">
                  <c:v>1.1339235891676356E-2</c:v>
                </c:pt>
                <c:pt idx="48">
                  <c:v>1.028708038120749E-2</c:v>
                </c:pt>
                <c:pt idx="49">
                  <c:v>9.3325532496510467E-3</c:v>
                </c:pt>
                <c:pt idx="50">
                  <c:v>8.4665956646631218E-3</c:v>
                </c:pt>
                <c:pt idx="51">
                  <c:v>7.6809893532161317E-3</c:v>
                </c:pt>
                <c:pt idx="52">
                  <c:v>6.9682786070033777E-3</c:v>
                </c:pt>
                <c:pt idx="53">
                  <c:v>6.3216995248782052E-3</c:v>
                </c:pt>
                <c:pt idx="54">
                  <c:v>5.7351158208111992E-3</c:v>
                </c:pt>
                <c:pt idx="55">
                  <c:v>5.2029605881580765E-3</c:v>
                </c:pt>
                <c:pt idx="56">
                  <c:v>4.7201834675585034E-3</c:v>
                </c:pt>
                <c:pt idx="57">
                  <c:v>4.2822027170688346E-3</c:v>
                </c:pt>
                <c:pt idx="58">
                  <c:v>3.8848617296557372E-3</c:v>
                </c:pt>
                <c:pt idx="59">
                  <c:v>3.5243895853847699E-3</c:v>
                </c:pt>
                <c:pt idx="60">
                  <c:v>3.1973652639290598E-3</c:v>
                </c:pt>
                <c:pt idx="61">
                  <c:v>2.9006851777608053E-3</c:v>
                </c:pt>
                <c:pt idx="62">
                  <c:v>2.6315337179030271E-3</c:v>
                </c:pt>
                <c:pt idx="63">
                  <c:v>2.3873565327093794E-3</c:v>
                </c:pt>
                <c:pt idx="64">
                  <c:v>2.1658362860772526E-3</c:v>
                </c:pt>
                <c:pt idx="65">
                  <c:v>1.9648706650302146E-3</c:v>
                </c:pt>
                <c:pt idx="66">
                  <c:v>1.7825524279532568E-3</c:v>
                </c:pt>
                <c:pt idx="67">
                  <c:v>1.6171513041308471E-3</c:v>
                </c:pt>
                <c:pt idx="68">
                  <c:v>1.4670975728073659E-3</c:v>
                </c:pt>
                <c:pt idx="69">
                  <c:v>1.3309671659289021E-3</c:v>
                </c:pt>
                <c:pt idx="70">
                  <c:v>1.20746815318562E-3</c:v>
                </c:pt>
                <c:pt idx="71">
                  <c:v>1.0954284810925027E-3</c:v>
                </c:pt>
                <c:pt idx="72">
                  <c:v>9.9378484974763657E-4</c:v>
                </c:pt>
                <c:pt idx="73">
                  <c:v>9.0157262170412374E-4</c:v>
                </c:pt>
                <c:pt idx="74">
                  <c:v>8.1791666718692584E-4</c:v>
                </c:pt>
                <c:pt idx="75">
                  <c:v>7.4202305877220267E-4</c:v>
                </c:pt>
                <c:pt idx="76">
                  <c:v>6.7317153670842431E-4</c:v>
                </c:pt>
                <c:pt idx="77">
                  <c:v>6.107086733722377E-4</c:v>
                </c:pt>
                <c:pt idx="78">
                  <c:v>5.5404167198712579E-4</c:v>
                </c:pt>
                <c:pt idx="79">
                  <c:v>5.0263274075230176E-4</c:v>
                </c:pt>
                <c:pt idx="80">
                  <c:v>4.5599398899012999E-4</c:v>
                </c:pt>
                <c:pt idx="81">
                  <c:v>4.1368279687454515E-4</c:v>
                </c:pt>
                <c:pt idx="82">
                  <c:v>3.7529761479739753E-4</c:v>
                </c:pt>
                <c:pt idx="83">
                  <c:v>3.4047415250707154E-4</c:v>
                </c:pt>
                <c:pt idx="84">
                  <c:v>3.0888192185284401E-4</c:v>
                </c:pt>
                <c:pt idx="85">
                  <c:v>2.8022110032427464E-4</c:v>
                </c:pt>
                <c:pt idx="86">
                  <c:v>2.5421968561940378E-4</c:v>
                </c:pt>
                <c:pt idx="87">
                  <c:v>2.3063091423750979E-4</c:v>
                </c:pt>
                <c:pt idx="88">
                  <c:v>2.092309195978713E-4</c:v>
                </c:pt>
                <c:pt idx="89">
                  <c:v>1.8981660745916997E-4</c:v>
                </c:pt>
                <c:pt idx="90">
                  <c:v>1.7220372847644451E-4</c:v>
                </c:pt>
                <c:pt idx="91">
                  <c:v>1.5622512960341341E-4</c:v>
                </c:pt>
                <c:pt idx="92">
                  <c:v>1.4172916774529522E-4</c:v>
                </c:pt>
                <c:pt idx="93">
                  <c:v>1.2857827060708125E-4</c:v>
                </c:pt>
                <c:pt idx="94">
                  <c:v>1.1664763107914754E-4</c:v>
                </c:pt>
                <c:pt idx="95">
                  <c:v>1.0582402276942404E-4</c:v>
                </c:pt>
                <c:pt idx="96">
                  <c:v>9.6004725441059476E-5</c:v>
                </c:pt>
                <c:pt idx="97">
                  <c:v>8.7096550157572325E-5</c:v>
                </c:pt>
                <c:pt idx="98">
                  <c:v>7.90149548837332E-5</c:v>
                </c:pt>
                <c:pt idx="99">
                  <c:v>7.1683242148892366E-5</c:v>
                </c:pt>
                <c:pt idx="100">
                  <c:v>6.5031831158263289E-5</c:v>
                </c:pt>
                <c:pt idx="101">
                  <c:v>5.8997597444219576E-5</c:v>
                </c:pt>
                <c:pt idx="102">
                  <c:v>5.3523273790636778E-5</c:v>
                </c:pt>
                <c:pt idx="103">
                  <c:v>4.8556906744820932E-5</c:v>
                </c:pt>
                <c:pt idx="104">
                  <c:v>4.405136355911218E-5</c:v>
                </c:pt>
                <c:pt idx="105">
                  <c:v>3.9963884882845326E-5</c:v>
                </c:pt>
                <c:pt idx="106">
                  <c:v>3.6255678959543635E-5</c:v>
                </c:pt>
                <c:pt idx="107">
                  <c:v>3.2891553478118908E-5</c:v>
                </c:pt>
                <c:pt idx="108">
                  <c:v>2.9839581584202547E-5</c:v>
                </c:pt>
                <c:pt idx="109">
                  <c:v>2.7070798881926225E-5</c:v>
                </c:pt>
                <c:pt idx="110">
                  <c:v>2.4558928550582196E-5</c:v>
                </c:pt>
                <c:pt idx="111">
                  <c:v>2.2280131967412614E-5</c:v>
                </c:pt>
                <c:pt idx="112">
                  <c:v>2.0212782469842398E-5</c:v>
                </c:pt>
                <c:pt idx="113">
                  <c:v>1.833726011007171E-5</c:v>
                </c:pt>
                <c:pt idx="114">
                  <c:v>1.6635765454168545E-5</c:v>
                </c:pt>
                <c:pt idx="115">
                  <c:v>1.5092150658543767E-5</c:v>
                </c:pt>
                <c:pt idx="116">
                  <c:v>1.3691766220658531E-5</c:v>
                </c:pt>
                <c:pt idx="117">
                  <c:v>1.2421321949568632E-5</c:v>
                </c:pt>
                <c:pt idx="118">
                  <c:v>1.1268760836862606E-5</c:v>
                </c:pt>
                <c:pt idx="119">
                  <c:v>1.0223144630980147E-5</c:v>
                </c:pt>
                <c:pt idx="120">
                  <c:v>9.2745500289662999E-6</c:v>
                </c:pt>
                <c:pt idx="121">
                  <c:v>8.4139745004812346E-6</c:v>
                </c:pt>
                <c:pt idx="122">
                  <c:v>7.6332508502990844E-6</c:v>
                </c:pt>
                <c:pt idx="123">
                  <c:v>6.924969708460528E-6</c:v>
                </c:pt>
                <c:pt idx="124">
                  <c:v>6.282409212480793E-6</c:v>
                </c:pt>
                <c:pt idx="125">
                  <c:v>5.6994712142701512E-6</c:v>
                </c:pt>
                <c:pt idx="126">
                  <c:v>5.1706234063455544E-6</c:v>
                </c:pt>
                <c:pt idx="127">
                  <c:v>4.6908468180889057E-6</c:v>
                </c:pt>
                <c:pt idx="128">
                  <c:v>4.2555881837711765E-6</c:v>
                </c:pt>
                <c:pt idx="129">
                  <c:v>3.8607167302962774E-6</c:v>
                </c:pt>
                <c:pt idx="130">
                  <c:v>3.5024849745637422E-6</c:v>
                </c:pt>
                <c:pt idx="131">
                  <c:v>3.1774931584020506E-6</c:v>
                </c:pt>
                <c:pt idx="132">
                  <c:v>2.8826569835462196E-6</c:v>
                </c:pt>
                <c:pt idx="133">
                  <c:v>2.6151783404521015E-6</c:v>
                </c:pt>
                <c:pt idx="134">
                  <c:v>2.3725187531526297E-6</c:v>
                </c:pt>
                <c:pt idx="135">
                  <c:v>2.1523752881372635E-6</c:v>
                </c:pt>
                <c:pt idx="136">
                  <c:v>1.9526586986205908E-6</c:v>
                </c:pt>
                <c:pt idx="137">
                  <c:v>1.7714735967808141E-6</c:v>
                </c:pt>
                <c:pt idx="138">
                  <c:v>1.6071004657948715E-6</c:v>
                </c:pt>
                <c:pt idx="139">
                  <c:v>1.4579793409574916E-6</c:v>
                </c:pt>
                <c:pt idx="140">
                  <c:v>1.3226950050116906E-6</c:v>
                </c:pt>
                <c:pt idx="141">
                  <c:v>1.1999635571886277E-6</c:v>
                </c:pt>
                <c:pt idx="142">
                  <c:v>1.0886202284917947E-6</c:v>
                </c:pt>
                <c:pt idx="143">
                  <c:v>9.8760832758793288E-7</c:v>
                </c:pt>
                <c:pt idx="144">
                  <c:v>8.9596921239681619E-7</c:v>
                </c:pt>
                <c:pt idx="145">
                  <c:v>8.1283319220644701E-7</c:v>
                </c:pt>
                <c:pt idx="146">
                  <c:v>7.3741127397121512E-7</c:v>
                </c:pt>
                <c:pt idx="147">
                  <c:v>6.6898767446216822E-7</c:v>
                </c:pt>
                <c:pt idx="148">
                  <c:v>6.0691302720680828E-7</c:v>
                </c:pt>
                <c:pt idx="149">
                  <c:v>5.5059821974965557E-7</c:v>
                </c:pt>
                <c:pt idx="150">
                  <c:v>4.9950880274676997E-7</c:v>
                </c:pt>
                <c:pt idx="151">
                  <c:v>4.5315991783438138E-7</c:v>
                </c:pt>
                <c:pt idx="152">
                  <c:v>4.1111169613515204E-7</c:v>
                </c:pt>
                <c:pt idx="153">
                  <c:v>3.7296508373207849E-7</c:v>
                </c:pt>
                <c:pt idx="154">
                  <c:v>3.3835805449219401E-7</c:v>
                </c:pt>
                <c:pt idx="155">
                  <c:v>3.0696217429828984E-7</c:v>
                </c:pt>
                <c:pt idx="156">
                  <c:v>2.7847948408187703E-7</c:v>
                </c:pt>
                <c:pt idx="157">
                  <c:v>2.5263967207617059E-7</c:v>
                </c:pt>
                <c:pt idx="158">
                  <c:v>2.2919750845268374E-7</c:v>
                </c:pt>
                <c:pt idx="159">
                  <c:v>2.0793051799513079E-7</c:v>
                </c:pt>
                <c:pt idx="160">
                  <c:v>1.8863686872341738E-7</c:v>
                </c:pt>
                <c:pt idx="161">
                  <c:v>1.7113345642994624E-7</c:v>
                </c:pt>
                <c:pt idx="162">
                  <c:v>1.5525416694973327E-7</c:v>
                </c:pt>
                <c:pt idx="163">
                  <c:v>1.4084829967261578E-7</c:v>
                </c:pt>
                <c:pt idx="164">
                  <c:v>1.2777913733606921E-7</c:v>
                </c:pt>
                <c:pt idx="165">
                  <c:v>1.159226485254086E-7</c:v>
                </c:pt>
                <c:pt idx="166">
                  <c:v>1.0516631056760255E-7</c:v>
                </c:pt>
                <c:pt idx="167">
                  <c:v>9.5408041647506415E-8</c:v>
                </c:pt>
                <c:pt idx="168">
                  <c:v>8.6555232011880488E-8</c:v>
                </c:pt>
                <c:pt idx="169">
                  <c:v>7.852386506694719E-8</c:v>
                </c:pt>
                <c:pt idx="170">
                  <c:v>7.1237720028360326E-8</c:v>
                </c:pt>
                <c:pt idx="171">
                  <c:v>6.4627648556428485E-8</c:v>
                </c:pt>
                <c:pt idx="172">
                  <c:v>5.8630918511575413E-8</c:v>
                </c:pt>
                <c:pt idx="173">
                  <c:v>5.3190618602029587E-8</c:v>
                </c:pt>
                <c:pt idx="174">
                  <c:v>4.825511827361196E-8</c:v>
                </c:pt>
                <c:pt idx="175">
                  <c:v>4.3777577715770889E-8</c:v>
                </c:pt>
                <c:pt idx="176">
                  <c:v>3.971550333363029E-8</c:v>
                </c:pt>
                <c:pt idx="177">
                  <c:v>3.6030344467308622E-8</c:v>
                </c:pt>
                <c:pt idx="178">
                  <c:v>3.2687127531218755E-8</c:v>
                </c:pt>
                <c:pt idx="179">
                  <c:v>2.9654124101189023E-8</c:v>
                </c:pt>
                <c:pt idx="180">
                  <c:v>2.6902549799423602E-8</c:v>
                </c:pt>
                <c:pt idx="181">
                  <c:v>2.4406291119603293E-8</c:v>
                </c:pt>
                <c:pt idx="182">
                  <c:v>2.2141657599592661E-8</c:v>
                </c:pt>
                <c:pt idx="183">
                  <c:v>2.0087156989774026E-8</c:v>
                </c:pt>
                <c:pt idx="184">
                  <c:v>1.8223291283270976E-8</c:v>
                </c:pt>
                <c:pt idx="185">
                  <c:v>1.6532371672307813E-8</c:v>
                </c:pt>
                <c:pt idx="186">
                  <c:v>1.4998350674569613E-8</c:v>
                </c:pt>
                <c:pt idx="187">
                  <c:v>1.3606669836376905E-8</c:v>
                </c:pt>
                <c:pt idx="188">
                  <c:v>1.234412156731906E-8</c:v>
                </c:pt>
                <c:pt idx="189">
                  <c:v>1.1198723795103577E-8</c:v>
                </c:pt>
                <c:pt idx="190">
                  <c:v>1.0159606251046981E-8</c:v>
                </c:pt>
                <c:pt idx="191">
                  <c:v>9.2169073070132137E-9</c:v>
                </c:pt>
                <c:pt idx="192">
                  <c:v>8.3616803847411958E-9</c:v>
                </c:pt>
                <c:pt idx="193">
                  <c:v>7.5858090493505114E-9</c:v>
                </c:pt>
                <c:pt idx="194">
                  <c:v>6.8819299812294066E-9</c:v>
                </c:pt>
                <c:pt idx="195">
                  <c:v>6.2433630952783943E-9</c:v>
                </c:pt>
                <c:pt idx="196">
                  <c:v>5.6640481443144435E-9</c:v>
                </c:pt>
                <c:pt idx="197">
                  <c:v>5.1384872049767388E-9</c:v>
                </c:pt>
                <c:pt idx="198">
                  <c:v>4.6616925003036549E-9</c:v>
                </c:pt>
                <c:pt idx="199">
                  <c:v>4.2291390637968646E-9</c:v>
                </c:pt>
                <c:pt idx="200">
                  <c:v>3.8367217957356735E-9</c:v>
                </c:pt>
                <c:pt idx="201">
                  <c:v>3.480716504190184E-9</c:v>
                </c:pt>
                <c:pt idx="202">
                  <c:v>3.1577445609967307E-9</c:v>
                </c:pt>
                <c:pt idx="203">
                  <c:v>2.8647408372674657E-9</c:v>
                </c:pt>
                <c:pt idx="204">
                  <c:v>2.5989246141294635E-9</c:v>
                </c:pt>
                <c:pt idx="205">
                  <c:v>2.3577731926252406E-9</c:v>
                </c:pt>
                <c:pt idx="206">
                  <c:v>2.1389979523220204E-9</c:v>
                </c:pt>
                <c:pt idx="207">
                  <c:v>1.940522631417076E-9</c:v>
                </c:pt>
                <c:pt idx="208">
                  <c:v>1.76046362220873E-9</c:v>
                </c:pt>
                <c:pt idx="209">
                  <c:v>1.5971120949293131E-9</c:v>
                </c:pt>
                <c:pt idx="210">
                  <c:v>1.4489177802885992E-9</c:v>
                </c:pt>
                <c:pt idx="211">
                  <c:v>1.314474256817495E-9</c:v>
                </c:pt>
                <c:pt idx="212">
                  <c:v>1.1925056033833442E-9</c:v>
                </c:pt>
                <c:pt idx="213">
                  <c:v>1.0818542902039561E-9</c:v>
                </c:pt>
                <c:pt idx="214">
                  <c:v>9.814701934414886E-10</c:v>
                </c:pt>
                <c:pt idx="215">
                  <c:v>8.9040062912027983E-10</c:v>
                </c:pt>
                <c:pt idx="216">
                  <c:v>8.0778131178677425E-10</c:v>
                </c:pt>
                <c:pt idx="217">
                  <c:v>7.3282815210569844E-10</c:v>
                </c:pt>
                <c:pt idx="218">
                  <c:v>6.6482981554840686E-10</c:v>
                </c:pt>
                <c:pt idx="219">
                  <c:v>6.0314097155260129E-10</c:v>
                </c:pt>
                <c:pt idx="220">
                  <c:v>5.4717616908522785E-10</c:v>
                </c:pt>
                <c:pt idx="221">
                  <c:v>4.9640428048532155E-10</c:v>
                </c:pt>
                <c:pt idx="222">
                  <c:v>4.5034346085669206E-10</c:v>
                </c:pt>
                <c:pt idx="223">
                  <c:v>4.0855657517316812E-10</c:v>
                </c:pt>
                <c:pt idx="224">
                  <c:v>3.7064704969779902E-10</c:v>
                </c:pt>
                <c:pt idx="225">
                  <c:v>3.3625510834442708E-10</c:v>
                </c:pt>
                <c:pt idx="226">
                  <c:v>3.0505435826323435E-10</c:v>
                </c:pt>
                <c:pt idx="227">
                  <c:v>2.7674869224610753E-10</c:v>
                </c:pt>
                <c:pt idx="228">
                  <c:v>2.5106947855450943E-10</c:v>
                </c:pt>
                <c:pt idx="229">
                  <c:v>2.2777301150018324E-10</c:v>
                </c:pt>
                <c:pt idx="230">
                  <c:v>2.0663819858373968E-10</c:v>
                </c:pt>
                <c:pt idx="231">
                  <c:v>1.87464462241166E-10</c:v>
                </c:pt>
                <c:pt idx="232">
                  <c:v>1.7006983628502785E-10</c:v>
                </c:pt>
                <c:pt idx="233">
                  <c:v>1.5428923897483543E-10</c:v>
                </c:pt>
                <c:pt idx="234">
                  <c:v>1.3997290632736034E-10</c:v>
                </c:pt>
                <c:pt idx="235">
                  <c:v>1.269849707984084E-10</c:v>
                </c:pt>
                <c:pt idx="236">
                  <c:v>1.1520217184717127E-10</c:v>
                </c:pt>
                <c:pt idx="237">
                  <c:v>1.0451268614593819E-10</c:v>
                </c:pt>
                <c:pt idx="238">
                  <c:v>9.4815066333383433E-11</c:v>
                </c:pt>
                <c:pt idx="239">
                  <c:v>8.601727823979879E-11</c:v>
                </c:pt>
                <c:pt idx="240">
                  <c:v>7.803582744715971E-11</c:v>
                </c:pt>
                <c:pt idx="241">
                  <c:v>7.079496689474844E-11</c:v>
                </c:pt>
                <c:pt idx="242">
                  <c:v>6.4225978010193346E-11</c:v>
                </c:pt>
                <c:pt idx="243">
                  <c:v>5.8266518543591681E-11</c:v>
                </c:pt>
                <c:pt idx="244">
                  <c:v>5.2860030915401819E-11</c:v>
                </c:pt>
                <c:pt idx="245">
                  <c:v>4.7955205463095902E-11</c:v>
                </c:pt>
                <c:pt idx="246">
                  <c:v>4.3505493492582859E-11</c:v>
                </c:pt>
                <c:pt idx="247">
                  <c:v>3.9468665513063549E-11</c:v>
                </c:pt>
                <c:pt idx="248">
                  <c:v>3.5806410462800023E-11</c:v>
                </c:pt>
                <c:pt idx="249">
                  <c:v>3.2483972122294071E-11</c:v>
                </c:pt>
                <c:pt idx="250">
                  <c:v>2.9469819264298011E-11</c:v>
                </c:pt>
                <c:pt idx="251">
                  <c:v>2.6735346410248501E-11</c:v>
                </c:pt>
                <c:pt idx="252">
                  <c:v>2.4254602353191973E-11</c:v>
                </c:pt>
                <c:pt idx="253">
                  <c:v>2.2004043870774814E-11</c:v>
                </c:pt>
                <c:pt idx="254">
                  <c:v>1.9962312290939773E-11</c:v>
                </c:pt>
                <c:pt idx="255">
                  <c:v>1.8110030789852867E-11</c:v>
                </c:pt>
                <c:pt idx="256">
                  <c:v>1.6429620498336503E-11</c:v>
                </c:pt>
                <c:pt idx="257">
                  <c:v>1.4905133671589579E-11</c:v>
                </c:pt>
                <c:pt idx="258">
                  <c:v>1.3522102338909523E-11</c:v>
                </c:pt>
                <c:pt idx="259">
                  <c:v>1.2267400997044778E-11</c:v>
                </c:pt>
                <c:pt idx="260">
                  <c:v>1.112912204408229E-11</c:v>
                </c:pt>
                <c:pt idx="261">
                  <c:v>1.0096462771691839E-11</c:v>
                </c:pt>
                <c:pt idx="262">
                  <c:v>9.1596228432380208E-12</c:v>
                </c:pt>
                <c:pt idx="263">
                  <c:v>8.3097112847877896E-12</c:v>
                </c:pt>
                <c:pt idx="264">
                  <c:v>7.538662106323058E-12</c:v>
                </c:pt>
                <c:pt idx="265">
                  <c:v>6.839157752369807E-12</c:v>
                </c:pt>
                <c:pt idx="266">
                  <c:v>6.2045596555612013E-12</c:v>
                </c:pt>
                <c:pt idx="267">
                  <c:v>5.6288452340609088E-12</c:v>
                </c:pt>
                <c:pt idx="268">
                  <c:v>5.1065507349279622E-12</c:v>
                </c:pt>
                <c:pt idx="269">
                  <c:v>4.6327193809839689E-12</c:v>
                </c:pt>
                <c:pt idx="270">
                  <c:v>4.2028543290772133E-12</c:v>
                </c:pt>
                <c:pt idx="271">
                  <c:v>3.8128759932986588E-12</c:v>
                </c:pt>
                <c:pt idx="272">
                  <c:v>3.4590833281307608E-12</c:v>
                </c:pt>
                <c:pt idx="273">
                  <c:v>3.1381187040915532E-12</c:v>
                </c:pt>
                <c:pt idx="274">
                  <c:v>2.8469360425297575E-12</c:v>
                </c:pt>
                <c:pt idx="275">
                  <c:v>2.5827719071580929E-12</c:v>
                </c:pt>
                <c:pt idx="276">
                  <c:v>2.3431192779720763E-12</c:v>
                </c:pt>
                <c:pt idx="277">
                  <c:v>2.1257037586588405E-12</c:v>
                </c:pt>
                <c:pt idx="278">
                  <c:v>1.9284619916947145E-12</c:v>
                </c:pt>
                <c:pt idx="279">
                  <c:v>1.7495220762828765E-12</c:v>
                </c:pt>
                <c:pt idx="280">
                  <c:v>1.5871858032894608E-12</c:v>
                </c:pt>
                <c:pt idx="281">
                  <c:v>1.4399125385807849E-12</c:v>
                </c:pt>
                <c:pt idx="282">
                  <c:v>1.3063046018085107E-12</c:v>
                </c:pt>
                <c:pt idx="283">
                  <c:v>1.1850940018815274E-12</c:v>
                </c:pt>
                <c:pt idx="284">
                  <c:v>1.0751304032391784E-12</c:v>
                </c:pt>
                <c:pt idx="285">
                  <c:v>9.7537020872103369E-13</c:v>
                </c:pt>
                <c:pt idx="286">
                  <c:v>8.8486665542549867E-13</c:v>
                </c:pt>
                <c:pt idx="287">
                  <c:v>8.0276082956297118E-13</c:v>
                </c:pt>
                <c:pt idx="288">
                  <c:v>7.2827351503119751E-13</c:v>
                </c:pt>
                <c:pt idx="289">
                  <c:v>6.6069779835252284E-13</c:v>
                </c:pt>
                <c:pt idx="290">
                  <c:v>5.993923597910476E-13</c:v>
                </c:pt>
                <c:pt idx="291">
                  <c:v>5.4377538697985061E-13</c:v>
                </c:pt>
                <c:pt idx="292">
                  <c:v>4.9331905329618723E-13</c:v>
                </c:pt>
                <c:pt idx="293">
                  <c:v>4.4754450858230006E-13</c:v>
                </c:pt>
                <c:pt idx="294">
                  <c:v>4.060173346718759E-13</c:v>
                </c:pt>
                <c:pt idx="295">
                  <c:v>3.6834342259333208E-13</c:v>
                </c:pt>
                <c:pt idx="296">
                  <c:v>3.3416523232294297E-13</c:v>
                </c:pt>
                <c:pt idx="297">
                  <c:v>3.0315839959149009E-13</c:v>
                </c:pt>
                <c:pt idx="298">
                  <c:v>2.750286575416529E-13</c:v>
                </c:pt>
                <c:pt idx="299">
                  <c:v>2.495090440215115E-13</c:v>
                </c:pt>
                <c:pt idx="300">
                  <c:v>2.2635736801027607E-13</c:v>
                </c:pt>
                <c:pt idx="301">
                  <c:v>2.053539111316637E-13</c:v>
                </c:pt>
                <c:pt idx="302">
                  <c:v>1.862993424413593E-13</c:v>
                </c:pt>
                <c:pt idx="303">
                  <c:v>1.6901282669912159E-13</c:v>
                </c:pt>
                <c:pt idx="304">
                  <c:v>1.5333030817228405E-13</c:v>
                </c:pt>
                <c:pt idx="305">
                  <c:v>1.3910295368327633E-13</c:v>
                </c:pt>
                <c:pt idx="306">
                  <c:v>1.2619574012510432E-13</c:v>
                </c:pt>
                <c:pt idx="307">
                  <c:v>1.1448617303974254E-13</c:v>
                </c:pt>
                <c:pt idx="308">
                  <c:v>1.0386312409826346E-13</c:v>
                </c:pt>
                <c:pt idx="309">
                  <c:v>9.4225776449933655E-14</c:v>
                </c:pt>
                <c:pt idx="310">
                  <c:v>8.5482667931238811E-14</c:v>
                </c:pt>
                <c:pt idx="311">
                  <c:v>7.75508230545084E-14</c:v>
                </c:pt>
                <c:pt idx="312">
                  <c:v>7.0354965538386328E-14</c:v>
                </c:pt>
                <c:pt idx="313">
                  <c:v>6.3826803906754999E-14</c:v>
                </c:pt>
                <c:pt idx="314">
                  <c:v>5.7904383376161353E-14</c:v>
                </c:pt>
                <c:pt idx="315">
                  <c:v>5.2531497880918032E-14</c:v>
                </c:pt>
                <c:pt idx="316">
                  <c:v>4.7657156655759809E-14</c:v>
                </c:pt>
                <c:pt idx="317">
                  <c:v>4.3235100313723399E-14</c:v>
                </c:pt>
                <c:pt idx="318">
                  <c:v>3.9223361826639589E-14</c:v>
                </c:pt>
                <c:pt idx="319">
                  <c:v>3.5583868241775798E-14</c:v>
                </c:pt>
                <c:pt idx="320">
                  <c:v>3.228207935476055E-14</c:v>
                </c:pt>
                <c:pt idx="321">
                  <c:v>2.9286659909660308E-14</c:v>
                </c:pt>
                <c:pt idx="322">
                  <c:v>2.656918221525982E-14</c:v>
                </c:pt>
                <c:pt idx="323">
                  <c:v>2.4103856355255648E-14</c:v>
                </c:pt>
                <c:pt idx="324">
                  <c:v>2.1867285431958351E-14</c:v>
                </c:pt>
                <c:pt idx="325">
                  <c:v>1.9838243520667005E-14</c:v>
                </c:pt>
                <c:pt idx="326">
                  <c:v>1.7997474227419069E-14</c:v>
                </c:pt>
                <c:pt idx="327">
                  <c:v>1.6327507938350036E-14</c:v>
                </c:pt>
                <c:pt idx="328">
                  <c:v>1.481249602628904E-14</c:v>
                </c:pt>
                <c:pt idx="329">
                  <c:v>1.3438060441145416E-14</c:v>
                </c:pt>
                <c:pt idx="330">
                  <c:v>1.2191157256642153E-14</c:v>
                </c:pt>
                <c:pt idx="331">
                  <c:v>1.1059952878401431E-14</c:v>
                </c:pt>
                <c:pt idx="332">
                  <c:v>1.0033711738548417E-14</c:v>
                </c:pt>
                <c:pt idx="333">
                  <c:v>9.102694411012318E-15</c:v>
                </c:pt>
                <c:pt idx="334">
                  <c:v>8.2580651805990742E-15</c:v>
                </c:pt>
                <c:pt idx="335">
                  <c:v>7.4918081886304626E-15</c:v>
                </c:pt>
                <c:pt idx="336">
                  <c:v>6.7966513593392038E-15</c:v>
                </c:pt>
                <c:pt idx="337">
                  <c:v>6.1659973850521296E-15</c:v>
                </c:pt>
                <c:pt idx="338">
                  <c:v>5.5938611151839611E-15</c:v>
                </c:pt>
                <c:pt idx="339">
                  <c:v>5.0748127548390507E-15</c:v>
                </c:pt>
                <c:pt idx="340">
                  <c:v>4.6039263339541011E-15</c:v>
                </c:pt>
                <c:pt idx="341">
                  <c:v>4.1767329579332323E-15</c:v>
                </c:pt>
                <c:pt idx="342">
                  <c:v>3.7891783961066654E-15</c:v>
                </c:pt>
                <c:pt idx="343">
                  <c:v>3.4375846055109958E-15</c:v>
                </c:pt>
                <c:pt idx="344">
                  <c:v>3.1186148248358841E-15</c:v>
                </c:pt>
                <c:pt idx="345">
                  <c:v>2.8292419072665763E-15</c:v>
                </c:pt>
                <c:pt idx="346">
                  <c:v>2.5667195916875227E-15</c:v>
                </c:pt>
                <c:pt idx="347">
                  <c:v>2.328556439600279E-15</c:v>
                </c:pt>
                <c:pt idx="348">
                  <c:v>2.1124921904067636E-15</c:v>
                </c:pt>
                <c:pt idx="349">
                  <c:v>1.9164763106603604E-15</c:v>
                </c:pt>
                <c:pt idx="350">
                  <c:v>1.738648533708958E-15</c:v>
                </c:pt>
                <c:pt idx="351">
                  <c:v>1.5773212050435991E-15</c:v>
                </c:pt>
                <c:pt idx="352">
                  <c:v>1.4309632658032435E-15</c:v>
                </c:pt>
                <c:pt idx="353">
                  <c:v>1.2981857224329171E-15</c:v>
                </c:pt>
                <c:pt idx="354">
                  <c:v>1.1777284645966592E-15</c:v>
                </c:pt>
                <c:pt idx="355">
                  <c:v>1.0684483062421593E-15</c:v>
                </c:pt>
                <c:pt idx="356">
                  <c:v>9.6930813632216037E-16</c:v>
                </c:pt>
                <c:pt idx="357">
                  <c:v>8.7936707620871976E-16</c:v>
                </c:pt>
                <c:pt idx="358">
                  <c:v>7.977715503905225E-16</c:v>
                </c:pt>
                <c:pt idx="359">
                  <c:v>7.2374718571046686E-16</c:v>
                </c:pt>
                <c:pt idx="360">
                  <c:v>6.5659146226435366E-16</c:v>
                </c:pt>
                <c:pt idx="361">
                  <c:v>5.9566704621482648E-16</c:v>
                </c:pt>
                <c:pt idx="362">
                  <c:v>5.403957412462357E-16</c:v>
                </c:pt>
                <c:pt idx="363">
                  <c:v>4.9025300125759957E-16</c:v>
                </c:pt>
                <c:pt idx="364">
                  <c:v>4.4476295221684096E-16</c:v>
                </c:pt>
                <c:pt idx="365">
                  <c:v>4.0349387593182756E-16</c:v>
                </c:pt>
                <c:pt idx="366">
                  <c:v>3.6605411287744475E-16</c:v>
                </c:pt>
                <c:pt idx="367">
                  <c:v>3.3208834519493994E-16</c:v>
                </c:pt>
                <c:pt idx="368">
                  <c:v>3.0127422458776298E-16</c:v>
                </c:pt>
                <c:pt idx="369">
                  <c:v>2.7331931311132578E-16</c:v>
                </c:pt>
                <c:pt idx="370">
                  <c:v>2.479583078235934E-16</c:v>
                </c:pt>
                <c:pt idx="371">
                  <c:v>2.2495052295736271E-16</c:v>
                </c:pt>
                <c:pt idx="372">
                  <c:v>2.0407760571906956E-16</c:v>
                </c:pt>
                <c:pt idx="373">
                  <c:v>1.8514146403616972E-16</c:v>
                </c:pt>
                <c:pt idx="374">
                  <c:v>1.6796238658661108E-16</c:v>
                </c:pt>
                <c:pt idx="375">
                  <c:v>1.523773372687516E-16</c:v>
                </c:pt>
                <c:pt idx="376">
                  <c:v>1.3823840792558673E-16</c:v>
                </c:pt>
                <c:pt idx="377">
                  <c:v>1.2541141463901904E-16</c:v>
                </c:pt>
                <c:pt idx="378">
                  <c:v>1.1377462427248206E-16</c:v>
                </c:pt>
                <c:pt idx="379">
                  <c:v>1.0321759917631291E-16</c:v>
                </c:pt>
                <c:pt idx="380">
                  <c:v>9.3640149091652048E-17</c:v>
                </c:pt>
                <c:pt idx="381">
                  <c:v>8.4951380306073584E-17</c:v>
                </c:pt>
                <c:pt idx="382">
                  <c:v>7.706883303703019E-17</c:v>
                </c:pt>
                <c:pt idx="383">
                  <c:v>6.9917698856565672E-17</c:v>
                </c:pt>
                <c:pt idx="384">
                  <c:v>6.3430110730346403E-17</c:v>
                </c:pt>
                <c:pt idx="385">
                  <c:v>5.7544498933208111E-17</c:v>
                </c:pt>
                <c:pt idx="386">
                  <c:v>5.2205006728606424E-17</c:v>
                </c:pt>
                <c:pt idx="387">
                  <c:v>4.7360960266544181E-17</c:v>
                </c:pt>
                <c:pt idx="388">
                  <c:v>4.2966387669097458E-17</c:v>
                </c:pt>
                <c:pt idx="389">
                  <c:v>3.8979582739484207E-17</c:v>
                </c:pt>
                <c:pt idx="390">
                  <c:v>3.5362709154093113E-17</c:v>
                </c:pt>
                <c:pt idx="391">
                  <c:v>3.2081441381111882E-17</c:v>
                </c:pt>
                <c:pt idx="392">
                  <c:v>2.91046389179319E-17</c:v>
                </c:pt>
                <c:pt idx="393">
                  <c:v>2.6404050755709657E-17</c:v>
                </c:pt>
                <c:pt idx="394">
                  <c:v>2.3954047266346439E-17</c:v>
                </c:pt>
                <c:pt idx="395">
                  <c:v>2.1731376967387343E-17</c:v>
                </c:pt>
                <c:pt idx="396">
                  <c:v>1.9714945856443134E-17</c:v>
                </c:pt>
                <c:pt idx="397">
                  <c:v>1.7885617220932597E-17</c:v>
                </c:pt>
                <c:pt idx="398">
                  <c:v>1.6226030023266476E-17</c:v>
                </c:pt>
                <c:pt idx="399">
                  <c:v>1.472043413787317E-17</c:v>
                </c:pt>
                <c:pt idx="400">
                  <c:v>1.3354540876403356E-17</c:v>
                </c:pt>
                <c:pt idx="401">
                  <c:v>1.2115387382541935E-17</c:v>
                </c:pt>
                <c:pt idx="402">
                  <c:v>1.099121360947811E-17</c:v>
                </c:pt>
                <c:pt idx="403">
                  <c:v>9.9713507125044379E-18</c:v>
                </c:pt>
                <c:pt idx="404">
                  <c:v>9.0461197975465287E-18</c:v>
                </c:pt>
                <c:pt idx="405">
                  <c:v>8.2067400647078998E-18</c:v>
                </c:pt>
                <c:pt idx="406">
                  <c:v>7.4452454750762382E-18</c:v>
                </c:pt>
                <c:pt idx="407">
                  <c:v>6.7544091499279819E-18</c:v>
                </c:pt>
                <c:pt idx="408">
                  <c:v>6.1276747848483794E-18</c:v>
                </c:pt>
                <c:pt idx="409">
                  <c:v>5.5590944278622204E-18</c:v>
                </c:pt>
                <c:pt idx="410">
                  <c:v>5.0432720310651165E-18</c:v>
                </c:pt>
                <c:pt idx="411">
                  <c:v>4.5753122400377973E-18</c:v>
                </c:pt>
                <c:pt idx="412">
                  <c:v>4.1507739350356796E-18</c:v>
                </c:pt>
                <c:pt idx="413">
                  <c:v>3.7656280830418533E-18</c:v>
                </c:pt>
                <c:pt idx="414">
                  <c:v>3.4162195006825339E-18</c:v>
                </c:pt>
                <c:pt idx="415">
                  <c:v>3.0992321651202815E-18</c:v>
                </c:pt>
                <c:pt idx="416">
                  <c:v>2.8116577437126118E-18</c:v>
                </c:pt>
                <c:pt idx="417">
                  <c:v>2.5507670437694996E-18</c:v>
                </c:pt>
                <c:pt idx="418">
                  <c:v>2.3140841114570553E-18</c:v>
                </c:pt>
                <c:pt idx="419">
                  <c:v>2.0993627340364415E-18</c:v>
                </c:pt>
                <c:pt idx="420">
                  <c:v>1.9045651224345108E-18</c:v>
                </c:pt>
                <c:pt idx="421">
                  <c:v>1.7278425718359079E-18</c:v>
                </c:pt>
                <c:pt idx="422">
                  <c:v>1.5675179167580145E-18</c:v>
                </c:pt>
                <c:pt idx="423">
                  <c:v>1.422069614100674E-18</c:v>
                </c:pt>
                <c:pt idx="424">
                  <c:v>1.2901173031125237E-18</c:v>
                </c:pt>
                <c:pt idx="425">
                  <c:v>1.1704087052327059E-18</c:v>
                </c:pt>
                <c:pt idx="426">
                  <c:v>1.0618077394819888E-18</c:v>
                </c:pt>
                <c:pt idx="427">
                  <c:v>9.63283740614073E-19</c:v>
                </c:pt>
                <c:pt idx="428">
                  <c:v>8.7390167770310124E-19</c:v>
                </c:pt>
                <c:pt idx="429">
                  <c:v>7.9281328033779026E-19</c:v>
                </c:pt>
                <c:pt idx="430">
                  <c:v>7.1924898820655138E-19</c:v>
                </c:pt>
                <c:pt idx="431">
                  <c:v>6.5251064767196171E-19</c:v>
                </c:pt>
                <c:pt idx="432">
                  <c:v>5.9196488602222112E-19</c:v>
                </c:pt>
                <c:pt idx="433">
                  <c:v>5.3703710051865263E-19</c:v>
                </c:pt>
                <c:pt idx="434">
                  <c:v>4.8720600519310798E-19</c:v>
                </c:pt>
                <c:pt idx="435">
                  <c:v>4.4199868364212861E-19</c:v>
                </c:pt>
                <c:pt idx="436">
                  <c:v>4.0098610086700282E-19</c:v>
                </c:pt>
                <c:pt idx="437">
                  <c:v>3.6377903156541583E-19</c:v>
                </c:pt>
                <c:pt idx="438">
                  <c:v>3.3002436623249476E-19</c:v>
                </c:pt>
                <c:pt idx="439">
                  <c:v>2.9940176001478577E-19</c:v>
                </c:pt>
                <c:pt idx="440">
                  <c:v>2.7162059251346614E-19</c:v>
                </c:pt>
                <c:pt idx="441">
                  <c:v>2.4641720968414977E-19</c:v>
                </c:pt>
                <c:pt idx="442">
                  <c:v>2.2355242165783503E-19</c:v>
                </c:pt>
                <c:pt idx="443">
                  <c:v>2.0280923273638299E-19</c:v>
                </c:pt>
                <c:pt idx="444">
                  <c:v>1.8399078201924313E-19</c:v>
                </c:pt>
                <c:pt idx="445">
                  <c:v>1.6691847511722925E-19</c:v>
                </c:pt>
                <c:pt idx="446">
                  <c:v>1.5143028922257129E-19</c:v>
                </c:pt>
                <c:pt idx="447">
                  <c:v>1.3737923544968269E-19</c:v>
                </c:pt>
                <c:pt idx="448">
                  <c:v>1.246319638536761E-19</c:v>
                </c:pt>
                <c:pt idx="449">
                  <c:v>1.1306749788772242E-19</c:v>
                </c:pt>
                <c:pt idx="450">
                  <c:v>1.0257608628874392E-19</c:v>
                </c:pt>
                <c:pt idx="451">
                  <c:v>9.3058161495393726E-20</c:v>
                </c:pt>
                <c:pt idx="452">
                  <c:v>8.4423394713325087E-20</c:v>
                </c:pt>
                <c:pt idx="453">
                  <c:v>7.6589838659930743E-20</c:v>
                </c:pt>
                <c:pt idx="454">
                  <c:v>6.9483149852872622E-20</c:v>
                </c:pt>
                <c:pt idx="455">
                  <c:v>6.3035883061633259E-20</c:v>
                </c:pt>
                <c:pt idx="456">
                  <c:v>5.7186851226141222E-20</c:v>
                </c:pt>
                <c:pt idx="457">
                  <c:v>5.1880544767862588E-20</c:v>
                </c:pt>
                <c:pt idx="458">
                  <c:v>4.7066604782391068E-20</c:v>
                </c:pt>
                <c:pt idx="459">
                  <c:v>4.2699345113933029E-20</c:v>
                </c:pt>
                <c:pt idx="460">
                  <c:v>3.873731877598389E-20</c:v>
                </c:pt>
                <c:pt idx="461">
                  <c:v>3.5142924603369553E-20</c:v>
                </c:pt>
                <c:pt idx="462">
                  <c:v>3.1882050402616108E-20</c:v>
                </c:pt>
                <c:pt idx="463">
                  <c:v>2.8923749214016175E-20</c:v>
                </c:pt>
                <c:pt idx="464">
                  <c:v>2.6239945612991708E-20</c:v>
                </c:pt>
                <c:pt idx="465">
                  <c:v>2.3805169263433881E-20</c:v>
                </c:pt>
                <c:pt idx="466">
                  <c:v>2.1596313194344435E-20</c:v>
                </c:pt>
                <c:pt idx="467">
                  <c:v>1.9592414505727992E-20</c:v>
                </c:pt>
                <c:pt idx="468">
                  <c:v>1.7774455422548268E-20</c:v>
                </c:pt>
                <c:pt idx="469">
                  <c:v>1.6125182808672627E-20</c:v>
                </c:pt>
                <c:pt idx="470">
                  <c:v>1.4628944427926167E-20</c:v>
                </c:pt>
                <c:pt idx="471">
                  <c:v>1.3271540398305184E-20</c:v>
                </c:pt>
                <c:pt idx="472">
                  <c:v>1.204008842959385E-20</c:v>
                </c:pt>
                <c:pt idx="473">
                  <c:v>1.0922901565439381E-20</c:v>
                </c:pt>
                <c:pt idx="474">
                  <c:v>9.9093772696072132E-21</c:v>
                </c:pt>
                <c:pt idx="475">
                  <c:v>8.9898968038038992E-21</c:v>
                </c:pt>
                <c:pt idx="476">
                  <c:v>8.1557339421235926E-21</c:v>
                </c:pt>
                <c:pt idx="477">
                  <c:v>7.3989721557829643E-21</c:v>
                </c:pt>
                <c:pt idx="478">
                  <c:v>6.7124294821952411E-21</c:v>
                </c:pt>
                <c:pt idx="479">
                  <c:v>6.0895903653628863E-21</c:v>
                </c:pt>
                <c:pt idx="480">
                  <c:v>5.5245438207260003E-21</c:v>
                </c:pt>
                <c:pt idx="481">
                  <c:v>5.0119273376285275E-21</c:v>
                </c:pt>
                <c:pt idx="482">
                  <c:v>4.5468759870144534E-21</c:v>
                </c:pt>
                <c:pt idx="483">
                  <c:v>4.1249762513658401E-21</c:v>
                </c:pt>
                <c:pt idx="484">
                  <c:v>3.7422241387112561E-21</c:v>
                </c:pt>
                <c:pt idx="485">
                  <c:v>3.3949871831907141E-21</c:v>
                </c:pt>
                <c:pt idx="486">
                  <c:v>3.0799699715471014E-21</c:v>
                </c:pt>
                <c:pt idx="487">
                  <c:v>2.7941828683772365E-21</c:v>
                </c:pt>
                <c:pt idx="488">
                  <c:v>2.5349136433336961E-21</c:v>
                </c:pt>
                <c:pt idx="489">
                  <c:v>2.299701731007743E-21</c:v>
                </c:pt>
                <c:pt idx="490">
                  <c:v>2.0863148792101929E-21</c:v>
                </c:pt>
                <c:pt idx="491">
                  <c:v>1.8927279640331697E-21</c:v>
                </c:pt>
                <c:pt idx="492">
                  <c:v>1.7171037706395279E-21</c:v>
                </c:pt>
                <c:pt idx="493">
                  <c:v>1.5577755573820953E-21</c:v>
                </c:pt>
                <c:pt idx="494">
                  <c:v>1.4132312377797077E-21</c:v>
                </c:pt>
                <c:pt idx="495">
                  <c:v>1.2820990302305148E-21</c:v>
                </c:pt>
                <c:pt idx="496">
                  <c:v>1.1631344392730105E-21</c:v>
                </c:pt>
                <c:pt idx="497">
                  <c:v>1.0552084448419785E-21</c:v>
                </c:pt>
                <c:pt idx="498">
                  <c:v>9.5729678743050477E-22</c:v>
                </c:pt>
                <c:pt idx="499">
                  <c:v>8.6847024747039026E-22</c:v>
                </c:pt>
                <c:pt idx="500">
                  <c:v>7.8788582667841628E-22</c:v>
                </c:pt>
                <c:pt idx="501">
                  <c:v>7.1477874767598734E-22</c:v>
                </c:pt>
                <c:pt idx="502">
                  <c:v>6.4845519595541817E-22</c:v>
                </c:pt>
                <c:pt idx="503">
                  <c:v>5.8828573531146575E-22</c:v>
                </c:pt>
                <c:pt idx="504">
                  <c:v>5.3369933424783613E-22</c:v>
                </c:pt>
                <c:pt idx="505">
                  <c:v>4.8417794666698275E-22</c:v>
                </c:pt>
                <c:pt idx="506">
                  <c:v>4.3925159541194601E-22</c:v>
                </c:pt>
                <c:pt idx="507">
                  <c:v>3.9849391200100509E-22</c:v>
                </c:pt>
                <c:pt idx="508">
                  <c:v>3.6151809022557758E-22</c:v>
                </c:pt>
                <c:pt idx="509">
                  <c:v>3.2797321520941884E-22</c:v>
                </c:pt>
                <c:pt idx="510">
                  <c:v>2.9754093309047395E-22</c:v>
                </c:pt>
                <c:pt idx="511">
                  <c:v>2.6993242971935902E-22</c:v>
                </c:pt>
                <c:pt idx="512">
                  <c:v>2.4488568970119294E-22</c:v>
                </c:pt>
                <c:pt idx="513">
                  <c:v>2.2216300976795349E-22</c:v>
                </c:pt>
                <c:pt idx="514">
                  <c:v>2.0154874288235984E-22</c:v>
                </c:pt>
                <c:pt idx="515">
                  <c:v>1.828472516639424E-22</c:v>
                </c:pt>
                <c:pt idx="516">
                  <c:v>1.6588105171448084E-22</c:v>
                </c:pt>
                <c:pt idx="517">
                  <c:v>1.5048912722229493E-22</c:v>
                </c:pt>
                <c:pt idx="518">
                  <c:v>1.3652540285980716E-22</c:v>
                </c:pt>
                <c:pt idx="519">
                  <c:v>1.2385735747207841E-22</c:v>
                </c:pt>
                <c:pt idx="520">
                  <c:v>1.1236476639969225E-22</c:v>
                </c:pt>
                <c:pt idx="521">
                  <c:v>1.0193856050015926E-22</c:v>
                </c:pt>
                <c:pt idx="522">
                  <c:v>9.2479791039491183E-23</c:v>
                </c:pt>
                <c:pt idx="523">
                  <c:v>8.3898690630367783E-23</c:v>
                </c:pt>
                <c:pt idx="524">
                  <c:v>7.6113821304855011E-23</c:v>
                </c:pt>
                <c:pt idx="525">
                  <c:v>6.9051301636529541E-23</c:v>
                </c:pt>
                <c:pt idx="526">
                  <c:v>6.2644105577114806E-23</c:v>
                </c:pt>
                <c:pt idx="527">
                  <c:v>5.6831426353311207E-23</c:v>
                </c:pt>
                <c:pt idx="528">
                  <c:v>5.1558099386956141E-23</c:v>
                </c:pt>
                <c:pt idx="529">
                  <c:v>4.6774078761800039E-23</c:v>
                </c:pt>
                <c:pt idx="530">
                  <c:v>4.2433962268372114E-23</c:v>
                </c:pt>
                <c:pt idx="531">
                  <c:v>3.8496560519417726E-23</c:v>
                </c:pt>
                <c:pt idx="532">
                  <c:v>3.4924506046652136E-23</c:v>
                </c:pt>
                <c:pt idx="533">
                  <c:v>3.168389866901021E-23</c:v>
                </c:pt>
                <c:pt idx="534">
                  <c:v>2.874398376678959E-23</c:v>
                </c:pt>
                <c:pt idx="535">
                  <c:v>2.6076860408393311E-23</c:v>
                </c:pt>
                <c:pt idx="536">
                  <c:v>2.365721655967853E-23</c:v>
                </c:pt>
                <c:pt idx="537">
                  <c:v>2.1462088862944484E-23</c:v>
                </c:pt>
                <c:pt idx="538">
                  <c:v>1.9470644705768448E-23</c:v>
                </c:pt>
                <c:pt idx="539">
                  <c:v>1.7663984511443074E-23</c:v>
                </c:pt>
                <c:pt idx="540">
                  <c:v>1.6024962374669905E-23</c:v>
                </c:pt>
                <c:pt idx="541">
                  <c:v>1.4538023340273246E-23</c:v>
                </c:pt>
                <c:pt idx="542">
                  <c:v>1.3189055780649406E-23</c:v>
                </c:pt>
                <c:pt idx="543">
                  <c:v>1.1965257470952182E-23</c:v>
                </c:pt>
                <c:pt idx="544">
                  <c:v>1.0855014091018401E-23</c:v>
                </c:pt>
                <c:pt idx="545">
                  <c:v>9.8477890009692504E-24</c:v>
                </c:pt>
                <c:pt idx="546">
                  <c:v>8.9340232444150804E-24</c:v>
                </c:pt>
                <c:pt idx="547">
                  <c:v>8.1050448302549947E-24</c:v>
                </c:pt>
                <c:pt idx="548">
                  <c:v>7.3529864321216677E-24</c:v>
                </c:pt>
                <c:pt idx="549">
                  <c:v>6.6707107244050516E-24</c:v>
                </c:pt>
                <c:pt idx="550">
                  <c:v>6.0517426462668122E-24</c:v>
                </c:pt>
                <c:pt idx="551">
                  <c:v>5.4902079508043838E-24</c:v>
                </c:pt>
                <c:pt idx="552">
                  <c:v>4.9807774561712521E-24</c:v>
                </c:pt>
                <c:pt idx="553">
                  <c:v>4.5186164695763203E-24</c:v>
                </c:pt>
                <c:pt idx="554">
                  <c:v>4.0993389041761413E-24</c:v>
                </c:pt>
                <c:pt idx="555">
                  <c:v>3.7189656534111453E-24</c:v>
                </c:pt>
                <c:pt idx="556">
                  <c:v>3.3738868277423597E-24</c:v>
                </c:pt>
                <c:pt idx="557">
                  <c:v>3.0608274954011475E-24</c:v>
                </c:pt>
                <c:pt idx="558">
                  <c:v>2.7768166020176925E-24</c:v>
                </c:pt>
                <c:pt idx="559">
                  <c:v>2.5191587741636112E-24</c:v>
                </c:pt>
                <c:pt idx="560">
                  <c:v>2.2854087392139101E-24</c:v>
                </c:pt>
                <c:pt idx="561">
                  <c:v>2.0733481187621601E-24</c:v>
                </c:pt>
                <c:pt idx="562">
                  <c:v>1.8809643753498537E-24</c:v>
                </c:pt>
                <c:pt idx="563">
                  <c:v>1.7064317127060913E-24</c:v>
                </c:pt>
                <c:pt idx="564">
                  <c:v>1.5480937482335141E-24</c:v>
                </c:pt>
                <c:pt idx="565">
                  <c:v>1.4044477932955785E-24</c:v>
                </c:pt>
                <c:pt idx="566">
                  <c:v>1.2741305921192137E-24</c:v>
                </c:pt>
                <c:pt idx="567">
                  <c:v>1.1559053839692385E-24</c:v>
                </c:pt>
                <c:pt idx="568">
                  <c:v>1.048650165809723E-24</c:v>
                </c:pt>
                <c:pt idx="569">
                  <c:v>9.5134704406051279E-25</c:v>
                </c:pt>
                <c:pt idx="570">
                  <c:v>8.630725743926546E-25</c:v>
                </c:pt>
                <c:pt idx="571">
                  <c:v>7.8298899788390804E-25</c:v>
                </c:pt>
                <c:pt idx="572">
                  <c:v>7.1033629036198E-25</c:v>
                </c:pt>
                <c:pt idx="573">
                  <c:v>6.4442494948062963E-25</c:v>
                </c:pt>
                <c:pt idx="574">
                  <c:v>5.8462945107518709E-25</c:v>
                </c:pt>
                <c:pt idx="575">
                  <c:v>5.3038231269589576E-25</c:v>
                </c:pt>
                <c:pt idx="576">
                  <c:v>4.8116870797956653E-25</c:v>
                </c:pt>
                <c:pt idx="577">
                  <c:v>4.3652158074787096E-25</c:v>
                </c:pt>
                <c:pt idx="578">
                  <c:v>3.9601721246326679E-25</c:v>
                </c:pt>
                <c:pt idx="579">
                  <c:v>3.5927120097588074E-25</c:v>
                </c:pt>
                <c:pt idx="580">
                  <c:v>3.2593481239814158E-25</c:v>
                </c:pt>
                <c:pt idx="581">
                  <c:v>2.9569167148508621E-25</c:v>
                </c:pt>
                <c:pt idx="582">
                  <c:v>2.6825475911066963E-25</c:v>
                </c:pt>
                <c:pt idx="583">
                  <c:v>2.4336368834504637E-25</c:v>
                </c:pt>
                <c:pt idx="584">
                  <c:v>2.2078223328172682E-25</c:v>
                </c:pt>
                <c:pt idx="585">
                  <c:v>2.0029608716217244E-25</c:v>
                </c:pt>
                <c:pt idx="586">
                  <c:v>1.8171082852162064E-25</c:v>
                </c:pt>
                <c:pt idx="587">
                  <c:v>1.648500760540541E-25</c:v>
                </c:pt>
                <c:pt idx="588">
                  <c:v>1.4955381468526163E-25</c:v>
                </c:pt>
                <c:pt idx="589">
                  <c:v>1.3567687696776986E-25</c:v>
                </c:pt>
                <c:pt idx="590">
                  <c:v>1.2308756538552788E-25</c:v>
                </c:pt>
                <c:pt idx="591">
                  <c:v>1.1166640249344644E-25</c:v>
                </c:pt>
                <c:pt idx="592">
                  <c:v>1.0130499703014186E-25</c:v>
                </c:pt>
                <c:pt idx="593">
                  <c:v>9.1905015242873578E-26</c:v>
                </c:pt>
                <c:pt idx="594">
                  <c:v>8.3377247662123501E-26</c:v>
                </c:pt>
                <c:pt idx="595">
                  <c:v>7.5640762469163798E-26</c:v>
                </c:pt>
                <c:pt idx="596">
                  <c:v>6.8622137421737248E-26</c:v>
                </c:pt>
                <c:pt idx="597">
                  <c:v>6.225476304852857E-26</c:v>
                </c:pt>
                <c:pt idx="598">
                  <c:v>5.647821049946925E-26</c:v>
                </c:pt>
                <c:pt idx="599">
                  <c:v>5.1237658052539565E-26</c:v>
                </c:pt>
                <c:pt idx="600">
                  <c:v>4.6483370834379771E-26</c:v>
                </c:pt>
                <c:pt idx="601">
                  <c:v>4.217022881707124E-26</c:v>
                </c:pt>
                <c:pt idx="602">
                  <c:v>3.8257298611590076E-26</c:v>
                </c:pt>
                <c:pt idx="603">
                  <c:v>3.4707444994082867E-26</c:v>
                </c:pt>
                <c:pt idx="604">
                  <c:v>3.1486978478201882E-26</c:v>
                </c:pt>
                <c:pt idx="605">
                  <c:v>2.8565335588827298E-26</c:v>
                </c:pt>
                <c:pt idx="606">
                  <c:v>2.5914788802845242E-26</c:v>
                </c:pt>
                <c:pt idx="607">
                  <c:v>2.3510183404207601E-26</c:v>
                </c:pt>
                <c:pt idx="608">
                  <c:v>2.1328698755931562E-26</c:v>
                </c:pt>
                <c:pt idx="609">
                  <c:v>1.9349631723411717E-26</c:v>
                </c:pt>
                <c:pt idx="610">
                  <c:v>1.755420019364916E-26</c:v>
                </c:pt>
                <c:pt idx="611">
                  <c:v>1.5925364825722863E-26</c:v>
                </c:pt>
                <c:pt idx="612">
                  <c:v>1.4447667340841073E-26</c:v>
                </c:pt>
                <c:pt idx="613">
                  <c:v>1.3107083817285893E-26</c:v>
                </c:pt>
                <c:pt idx="614">
                  <c:v>1.1890891597962001E-26</c:v>
                </c:pt>
                <c:pt idx="615">
                  <c:v>1.0787548547451278E-26</c:v>
                </c:pt>
                <c:pt idx="616">
                  <c:v>9.7865835126746564E-27</c:v>
                </c:pt>
                <c:pt idx="617">
                  <c:v>8.878496947592871E-27</c:v>
                </c:pt>
                <c:pt idx="618">
                  <c:v>8.0546707588328772E-27</c:v>
                </c:pt>
                <c:pt idx="619">
                  <c:v>7.3072865166424436E-27</c:v>
                </c:pt>
                <c:pt idx="620">
                  <c:v>6.629251254962777E-27</c:v>
                </c:pt>
                <c:pt idx="621">
                  <c:v>6.0141301564316708E-27</c:v>
                </c:pt>
                <c:pt idx="622">
                  <c:v>5.4560854834734541E-27</c:v>
                </c:pt>
                <c:pt idx="623">
                  <c:v>4.9498211759075287E-27</c:v>
                </c:pt>
                <c:pt idx="624">
                  <c:v>4.490532589285107E-27</c:v>
                </c:pt>
                <c:pt idx="625">
                  <c:v>4.0738608969513556E-27</c:v>
                </c:pt>
                <c:pt idx="626">
                  <c:v>3.6958517230917901E-27</c:v>
                </c:pt>
                <c:pt idx="627">
                  <c:v>3.352917614173472E-27</c:v>
                </c:pt>
                <c:pt idx="628">
                  <c:v>3.0418039926206859E-27</c:v>
                </c:pt>
                <c:pt idx="629">
                  <c:v>2.7595582696128959E-27</c:v>
                </c:pt>
                <c:pt idx="630">
                  <c:v>2.5035018238726248E-27</c:v>
                </c:pt>
                <c:pt idx="631">
                  <c:v>2.2712045805116313E-27</c:v>
                </c:pt>
                <c:pt idx="632">
                  <c:v>2.0604619486785987E-27</c:v>
                </c:pt>
                <c:pt idx="633">
                  <c:v>1.8692738991377251E-27</c:v>
                </c:pt>
                <c:pt idx="634">
                  <c:v>1.6958259832162254E-27</c:v>
                </c:pt>
                <c:pt idx="635">
                  <c:v>1.5384721129834874E-27</c:v>
                </c:pt>
                <c:pt idx="636">
                  <c:v>1.3957189392386515E-27</c:v>
                </c:pt>
                <c:pt idx="637">
                  <c:v>1.266211679048066E-27</c:v>
                </c:pt>
                <c:pt idx="638">
                  <c:v>1.1487212583303459E-27</c:v>
                </c:pt>
                <c:pt idx="639">
                  <c:v>1.0421326474670573E-27</c:v>
                </c:pt>
                <c:pt idx="640">
                  <c:v>9.4543427923954161E-28</c:v>
                </c:pt>
                <c:pt idx="641">
                  <c:v>8.5770844866410406E-28</c:v>
                </c:pt>
                <c:pt idx="642">
                  <c:v>7.7812260361611214E-28</c:v>
                </c:pt>
                <c:pt idx="643">
                  <c:v>7.0592144358767888E-28</c:v>
                </c:pt>
                <c:pt idx="644">
                  <c:v>6.4041975159323124E-28</c:v>
                </c:pt>
                <c:pt idx="645">
                  <c:v>5.8099589119479801E-28</c:v>
                </c:pt>
                <c:pt idx="646">
                  <c:v>5.2708590693129859E-28</c:v>
                </c:pt>
                <c:pt idx="647">
                  <c:v>4.7817817216273804E-28</c:v>
                </c:pt>
                <c:pt idx="648">
                  <c:v>4.3380853353512331E-28</c:v>
                </c:pt>
                <c:pt idx="649">
                  <c:v>3.9355590598528631E-28</c:v>
                </c:pt>
                <c:pt idx="650">
                  <c:v>3.5703827648046603E-28</c:v>
                </c:pt>
                <c:pt idx="651">
                  <c:v>3.2390907856661362E-28</c:v>
                </c:pt>
                <c:pt idx="652">
                  <c:v>2.9385390331843396E-28</c:v>
                </c:pt>
                <c:pt idx="653">
                  <c:v>2.6658751547688341E-28</c:v>
                </c:pt>
                <c:pt idx="654">
                  <c:v>2.4185114645601433E-28</c:v>
                </c:pt>
                <c:pt idx="655">
                  <c:v>2.1941003852882858E-28</c:v>
                </c:pt>
                <c:pt idx="656">
                  <c:v>1.990512168854977E-28</c:v>
                </c:pt>
                <c:pt idx="657">
                  <c:v>1.8058146841987732E-28</c:v>
                </c:pt>
                <c:pt idx="658">
                  <c:v>1.638255080622658E-28</c:v>
                </c:pt>
                <c:pt idx="659">
                  <c:v>1.4862431525617864E-28</c:v>
                </c:pt>
                <c:pt idx="660">
                  <c:v>1.3483362479164483E-28</c:v>
                </c:pt>
                <c:pt idx="661">
                  <c:v>1.2232255767246013E-28</c:v>
                </c:pt>
                <c:pt idx="662">
                  <c:v>1.1097237902380801E-28</c:v>
                </c:pt>
                <c:pt idx="663">
                  <c:v>1.0067537125228431E-28</c:v>
                </c:pt>
                <c:pt idx="664">
                  <c:v>9.1333811764192729E-29</c:v>
                </c:pt>
                <c:pt idx="665">
                  <c:v>8.2859045540274901E-29</c:v>
                </c:pt>
                <c:pt idx="666">
                  <c:v>7.5170643765215176E-29</c:v>
                </c:pt>
                <c:pt idx="667">
                  <c:v>6.819564052702283E-29</c:v>
                </c:pt>
                <c:pt idx="668">
                  <c:v>6.1867840342255802E-29</c:v>
                </c:pt>
                <c:pt idx="669">
                  <c:v>5.6127189935230449E-29</c:v>
                </c:pt>
                <c:pt idx="670">
                  <c:v>5.0919208309164171E-29</c:v>
                </c:pt>
                <c:pt idx="671">
                  <c:v>4.6194469700407454E-29</c:v>
                </c:pt>
                <c:pt idx="672">
                  <c:v>4.1908134508796727E-29</c:v>
                </c:pt>
                <c:pt idx="673">
                  <c:v>3.8019523752469699E-29</c:v>
                </c:pt>
                <c:pt idx="674">
                  <c:v>3.4491733008569008E-29</c:v>
                </c:pt>
                <c:pt idx="675">
                  <c:v>3.1291282175967148E-29</c:v>
                </c:pt>
                <c:pt idx="676">
                  <c:v>2.8387797736133757E-29</c:v>
                </c:pt>
                <c:pt idx="677">
                  <c:v>2.5753724496677113E-29</c:v>
                </c:pt>
                <c:pt idx="678">
                  <c:v>2.3364064081889831E-29</c:v>
                </c:pt>
                <c:pt idx="679">
                  <c:v>2.1196137688476053E-29</c:v>
                </c:pt>
                <c:pt idx="680">
                  <c:v>1.9229370854922819E-29</c:v>
                </c:pt>
                <c:pt idx="681">
                  <c:v>1.744509820188569E-29</c:v>
                </c:pt>
                <c:pt idx="682">
                  <c:v>1.5826386290507295E-29</c:v>
                </c:pt>
                <c:pt idx="683">
                  <c:v>1.4357872917521482E-29</c:v>
                </c:pt>
                <c:pt idx="684">
                  <c:v>1.3025621321991119E-29</c:v>
                </c:pt>
                <c:pt idx="685">
                  <c:v>1.1816987920046135E-29</c:v>
                </c:pt>
                <c:pt idx="686">
                  <c:v>1.072050231237413E-29</c:v>
                </c:pt>
                <c:pt idx="687">
                  <c:v>9.7257584256861497E-30</c:v>
                </c:pt>
                <c:pt idx="688">
                  <c:v>8.8233157550484328E-30</c:v>
                </c:pt>
                <c:pt idx="689">
                  <c:v>8.0046097698334135E-30</c:v>
                </c:pt>
                <c:pt idx="690">
                  <c:v>7.2618706330044419E-30</c:v>
                </c:pt>
                <c:pt idx="691">
                  <c:v>6.5880494623525623E-30</c:v>
                </c:pt>
                <c:pt idx="692">
                  <c:v>5.9767514338721364E-30</c:v>
                </c:pt>
                <c:pt idx="693">
                  <c:v>5.422175092403928E-30</c:v>
                </c:pt>
                <c:pt idx="694">
                  <c:v>4.9190572935769336E-30</c:v>
                </c:pt>
                <c:pt idx="695">
                  <c:v>4.4626232545295663E-30</c:v>
                </c:pt>
                <c:pt idx="696">
                  <c:v>4.0485412393696057E-30</c:v>
                </c:pt>
                <c:pt idx="697">
                  <c:v>3.6728814493223465E-30</c:v>
                </c:pt>
                <c:pt idx="698">
                  <c:v>3.3320787274175645E-30</c:v>
                </c:pt>
                <c:pt idx="699">
                  <c:v>3.0228987237683095E-30</c:v>
                </c:pt>
                <c:pt idx="700">
                  <c:v>2.7424072003371192E-30</c:v>
                </c:pt>
                <c:pt idx="701">
                  <c:v>2.4879421838801913E-30</c:v>
                </c:pt>
                <c:pt idx="702">
                  <c:v>2.2570887027899117E-30</c:v>
                </c:pt>
                <c:pt idx="703">
                  <c:v>2.0476558680782839E-30</c:v>
                </c:pt>
                <c:pt idx="704">
                  <c:v>1.8576560809917367E-30</c:v>
                </c:pt>
                <c:pt idx="705">
                  <c:v>1.6852861699286749E-30</c:v>
                </c:pt>
                <c:pt idx="706">
                  <c:v>1.5289102776422352E-30</c:v>
                </c:pt>
                <c:pt idx="707">
                  <c:v>1.3870443363212043E-30</c:v>
                </c:pt>
                <c:pt idx="708">
                  <c:v>1.2583419832114882E-30</c:v>
                </c:pt>
                <c:pt idx="709">
                  <c:v>1.1415817831117455E-30</c:v>
                </c:pt>
                <c:pt idx="710">
                  <c:v>1.0356556364801564E-30</c:v>
                </c:pt>
                <c:pt idx="711">
                  <c:v>9.3955826314033991E-31</c:v>
                </c:pt>
                <c:pt idx="712">
                  <c:v>8.5237766178294147E-31</c:v>
                </c:pt>
                <c:pt idx="713">
                  <c:v>7.7328645471987242E-31</c:v>
                </c:pt>
                <c:pt idx="714">
                  <c:v>7.0153403574941627E-31</c:v>
                </c:pt>
                <c:pt idx="715">
                  <c:v>6.3643944661249821E-31</c:v>
                </c:pt>
                <c:pt idx="716">
                  <c:v>5.7738491443501677E-31</c:v>
                </c:pt>
                <c:pt idx="717">
                  <c:v>5.2380998882382115E-31</c:v>
                </c:pt>
                <c:pt idx="718">
                  <c:v>4.7520622297534619E-31</c:v>
                </c:pt>
                <c:pt idx="719">
                  <c:v>4.3111234831844204E-31</c:v>
                </c:pt>
                <c:pt idx="720">
                  <c:v>3.9110989689688195E-31</c:v>
                </c:pt>
                <c:pt idx="721">
                  <c:v>3.5481922994629634E-31</c:v>
                </c:pt>
                <c:pt idx="722">
                  <c:v>3.2189593497521527E-31</c:v>
                </c:pt>
                <c:pt idx="723">
                  <c:v>2.9202755715706853E-31</c:v>
                </c:pt>
                <c:pt idx="724">
                  <c:v>2.6493063401279031E-31</c:v>
                </c:pt>
                <c:pt idx="725">
                  <c:v>2.4034800524208385E-31</c:v>
                </c:pt>
                <c:pt idx="726">
                  <c:v>2.1804637217249504E-31</c:v>
                </c:pt>
                <c:pt idx="727">
                  <c:v>1.9781408366463998E-31</c:v>
                </c:pt>
                <c:pt idx="728">
                  <c:v>1.794591274608541E-31</c:v>
                </c:pt>
                <c:pt idx="729">
                  <c:v>1.6280730791448907E-31</c:v>
                </c:pt>
                <c:pt idx="730">
                  <c:v>1.4770059280570582E-31</c:v>
                </c:pt>
                <c:pt idx="731">
                  <c:v>1.3399561355449303E-31</c:v>
                </c:pt>
                <c:pt idx="732">
                  <c:v>1.2156230459727325E-31</c:v>
                </c:pt>
                <c:pt idx="733">
                  <c:v>1.1028266901431374E-31</c:v>
                </c:pt>
                <c:pt idx="734">
                  <c:v>1.000496586932382E-31</c:v>
                </c:pt>
                <c:pt idx="735">
                  <c:v>9.0766158400957848E-32</c:v>
                </c:pt>
                <c:pt idx="736">
                  <c:v>8.2344064122475257E-32</c:v>
                </c:pt>
                <c:pt idx="737">
                  <c:v>7.4703446919646935E-32</c:v>
                </c:pt>
                <c:pt idx="738">
                  <c:v>6.7771794374591707E-32</c:v>
                </c:pt>
                <c:pt idx="739">
                  <c:v>6.1483322418739901E-32</c:v>
                </c:pt>
                <c:pt idx="740">
                  <c:v>5.5778351016539669E-32</c:v>
                </c:pt>
                <c:pt idx="741">
                  <c:v>5.0602737778790973E-32</c:v>
                </c:pt>
                <c:pt idx="742">
                  <c:v>4.5907364130391503E-32</c:v>
                </c:pt>
                <c:pt idx="743">
                  <c:v>4.164766915602801E-32</c:v>
                </c:pt>
                <c:pt idx="744">
                  <c:v>3.7783226699824887E-32</c:v>
                </c:pt>
                <c:pt idx="745">
                  <c:v>3.4277361705456313E-32</c:v>
                </c:pt>
                <c:pt idx="746">
                  <c:v>3.1096802155654191E-32</c:v>
                </c:pt>
                <c:pt idx="747">
                  <c:v>2.821136330787019E-32</c:v>
                </c:pt>
                <c:pt idx="748">
                  <c:v>2.5593661229372474E-32</c:v>
                </c:pt>
                <c:pt idx="749">
                  <c:v>2.3218852913114876E-32</c:v>
                </c:pt>
                <c:pt idx="750">
                  <c:v>2.1064400507972544E-32</c:v>
                </c:pt>
                <c:pt idx="751">
                  <c:v>1.9109857425800918E-32</c:v>
                </c:pt>
                <c:pt idx="752">
                  <c:v>1.7336674295393616E-32</c:v>
                </c:pt>
                <c:pt idx="753">
                  <c:v>1.5728022921759959E-32</c:v>
                </c:pt>
                <c:pt idx="754">
                  <c:v>1.4268636580034847E-32</c:v>
                </c:pt>
                <c:pt idx="755">
                  <c:v>1.2944665128344466E-32</c:v>
                </c:pt>
                <c:pt idx="756">
                  <c:v>1.1743543564592655E-32</c:v>
                </c:pt>
                <c:pt idx="757">
                  <c:v>1.0653872779721956E-32</c:v>
                </c:pt>
                <c:pt idx="758">
                  <c:v>9.6653113757522546E-33</c:v>
                </c:pt>
                <c:pt idx="759">
                  <c:v>8.7684775219068258E-33</c:v>
                </c:pt>
                <c:pt idx="760">
                  <c:v>7.9548599174023078E-33</c:v>
                </c:pt>
                <c:pt idx="761">
                  <c:v>7.2167370159071458E-33</c:v>
                </c:pt>
                <c:pt idx="762">
                  <c:v>6.5471037450739922E-33</c:v>
                </c:pt>
                <c:pt idx="763">
                  <c:v>5.9396050256896355E-33</c:v>
                </c:pt>
                <c:pt idx="764">
                  <c:v>5.3884754595099771E-33</c:v>
                </c:pt>
                <c:pt idx="765">
                  <c:v>4.8884846133974041E-33</c:v>
                </c:pt>
                <c:pt idx="766">
                  <c:v>4.4348873804829435E-33</c:v>
                </c:pt>
                <c:pt idx="767">
                  <c:v>4.0233789472640058E-33</c:v>
                </c:pt>
                <c:pt idx="768">
                  <c:v>3.650053939255714E-33</c:v>
                </c:pt>
                <c:pt idx="769">
                  <c:v>3.3113693574739898E-33</c:v>
                </c:pt>
                <c:pt idx="770">
                  <c:v>3.0041109540024339E-33</c:v>
                </c:pt>
                <c:pt idx="771">
                  <c:v>2.725362727533842E-33</c:v>
                </c:pt>
                <c:pt idx="772">
                  <c:v>2.4724792493882002E-33</c:v>
                </c:pt>
                <c:pt idx="773">
                  <c:v>2.2430605573691764E-33</c:v>
                </c:pt>
                <c:pt idx="774">
                  <c:v>2.0349293791930292E-33</c:v>
                </c:pt>
                <c:pt idx="775">
                  <c:v>1.8461104693311699E-33</c:v>
                </c:pt>
                <c:pt idx="776">
                  <c:v>1.6748118631643502E-33</c:v>
                </c:pt>
                <c:pt idx="777">
                  <c:v>1.5194078705442952E-33</c:v>
                </c:pt>
                <c:pt idx="778">
                  <c:v>1.3784236473642881E-33</c:v>
                </c:pt>
                <c:pt idx="779">
                  <c:v>1.2505211987169809E-33</c:v>
                </c:pt>
                <c:pt idx="780">
                  <c:v>1.1344866808043307E-33</c:v>
                </c:pt>
                <c:pt idx="781">
                  <c:v>1.0292188810897245E-33</c:v>
                </c:pt>
                <c:pt idx="782">
                  <c:v>9.3371876736406658E-34</c:v>
                </c:pt>
                <c:pt idx="783">
                  <c:v>8.4708000654319623E-34</c:v>
                </c:pt>
                <c:pt idx="784">
                  <c:v>7.6848036321567655E-34</c:v>
                </c:pt>
                <c:pt idx="785">
                  <c:v>6.9717389631009176E-34</c:v>
                </c:pt>
                <c:pt idx="786">
                  <c:v>6.3248387982527504E-34</c:v>
                </c:pt>
                <c:pt idx="787">
                  <c:v>5.7379638043835919E-34</c:v>
                </c:pt>
                <c:pt idx="788">
                  <c:v>5.2055443103958863E-34</c:v>
                </c:pt>
                <c:pt idx="789">
                  <c:v>4.7225274489869298E-34</c:v>
                </c:pt>
                <c:pt idx="790">
                  <c:v>4.2843292029799685E-34</c:v>
                </c:pt>
                <c:pt idx="791">
                  <c:v>3.886790901224843E-34</c:v>
                </c:pt>
                <c:pt idx="792">
                  <c:v>3.526139751197511E-34</c:v>
                </c:pt>
                <c:pt idx="793">
                  <c:v>3.1989530337372072E-34</c:v>
                </c:pt>
                <c:pt idx="794">
                  <c:v>2.9021256201150876E-34</c:v>
                </c:pt>
                <c:pt idx="795">
                  <c:v>2.6328405031594508E-34</c:v>
                </c:pt>
                <c:pt idx="796">
                  <c:v>2.3885420627664682E-34</c:v>
                </c:pt>
                <c:pt idx="797">
                  <c:v>2.1669118120746181E-34</c:v>
                </c:pt>
                <c:pt idx="798">
                  <c:v>1.9658463941262926E-34</c:v>
                </c:pt>
                <c:pt idx="799">
                  <c:v>1.7834376201952815E-34</c:v>
                </c:pt>
                <c:pt idx="800">
                  <c:v>1.6179543603361889E-34</c:v>
                </c:pt>
                <c:pt idx="801">
                  <c:v>1.4678261142905629E-34</c:v>
                </c:pt>
                <c:pt idx="802">
                  <c:v>1.331628106830933E-34</c:v>
                </c:pt>
                <c:pt idx="803">
                  <c:v>1.2080677660917679E-34</c:v>
                </c:pt>
                <c:pt idx="804">
                  <c:v>1.0959724565615722E-34</c:v>
                </c:pt>
                <c:pt idx="805">
                  <c:v>9.9427835031762978E-35</c:v>
                </c:pt>
                <c:pt idx="806">
                  <c:v>9.0202033088666727E-35</c:v>
                </c:pt>
                <c:pt idx="807">
                  <c:v>8.1832283391563248E-35</c:v>
                </c:pt>
                <c:pt idx="808">
                  <c:v>7.423915377267241E-35</c:v>
                </c:pt>
                <c:pt idx="809">
                  <c:v>6.7350582489681828E-35</c:v>
                </c:pt>
                <c:pt idx="810">
                  <c:v>6.1101194331892503E-35</c:v>
                </c:pt>
                <c:pt idx="811">
                  <c:v>5.5431680184143198E-35</c:v>
                </c:pt>
                <c:pt idx="812">
                  <c:v>5.0288234160315205E-35</c:v>
                </c:pt>
                <c:pt idx="813">
                  <c:v>4.5622042964630835E-35</c:v>
                </c:pt>
                <c:pt idx="814">
                  <c:v>4.1388822634562875E-35</c:v>
                </c:pt>
                <c:pt idx="815">
                  <c:v>3.7548398268866642E-35</c:v>
                </c:pt>
                <c:pt idx="816">
                  <c:v>3.4064322752201857E-35</c:v>
                </c:pt>
                <c:pt idx="817">
                  <c:v>3.0903530857888783E-35</c:v>
                </c:pt>
                <c:pt idx="818">
                  <c:v>2.8036025446087566E-35</c:v>
                </c:pt>
                <c:pt idx="819">
                  <c:v>2.5434592779323659E-35</c:v>
                </c:pt>
                <c:pt idx="820">
                  <c:v>2.3074544253572508E-35</c:v>
                </c:pt>
                <c:pt idx="821">
                  <c:v>2.0933482093839684E-35</c:v>
                </c:pt>
                <c:pt idx="822">
                  <c:v>1.8991086790598464E-35</c:v>
                </c:pt>
                <c:pt idx="823">
                  <c:v>1.7228924259771582E-35</c:v>
                </c:pt>
                <c:pt idx="824">
                  <c:v>1.5630270896128498E-35</c:v>
                </c:pt>
                <c:pt idx="825">
                  <c:v>1.4179954859793464E-35</c:v>
                </c:pt>
                <c:pt idx="826">
                  <c:v>1.2864212089605369E-35</c:v>
                </c:pt>
                <c:pt idx="827">
                  <c:v>1.167055567684362E-35</c:v>
                </c:pt>
                <c:pt idx="828">
                  <c:v>1.058765735962638E-35</c:v>
                </c:pt>
                <c:pt idx="829">
                  <c:v>9.6052400133161236E-36</c:v>
                </c:pt>
                <c:pt idx="830">
                  <c:v>8.713980116623766E-36</c:v>
                </c:pt>
                <c:pt idx="831">
                  <c:v>7.9054192677790944E-36</c:v>
                </c:pt>
                <c:pt idx="832">
                  <c:v>7.1718839110214399E-36</c:v>
                </c:pt>
                <c:pt idx="833">
                  <c:v>6.506412511580594E-36</c:v>
                </c:pt>
                <c:pt idx="834">
                  <c:v>5.9026894880152409E-36</c:v>
                </c:pt>
                <c:pt idx="835">
                  <c:v>5.3549852748979883E-36</c:v>
                </c:pt>
                <c:pt idx="836">
                  <c:v>4.8581019470188075E-36</c:v>
                </c:pt>
                <c:pt idx="837">
                  <c:v>4.407323889060963E-36</c:v>
                </c:pt>
                <c:pt idx="838">
                  <c:v>3.9983730425845364E-36</c:v>
                </c:pt>
                <c:pt idx="839">
                  <c:v>3.6273683055939836E-36</c:v>
                </c:pt>
                <c:pt idx="840">
                  <c:v>3.2907886993761886E-36</c:v>
                </c:pt>
                <c:pt idx="841">
                  <c:v>2.9854399530485246E-36</c:v>
                </c:pt>
                <c:pt idx="842">
                  <c:v>2.7084241886900476E-36</c:v>
                </c:pt>
                <c:pt idx="843">
                  <c:v>2.4571124193573851E-36</c:v>
                </c:pt>
                <c:pt idx="844">
                  <c:v>2.2291195989799616E-36</c:v>
                </c:pt>
                <c:pt idx="845">
                  <c:v>2.0222819873484395E-36</c:v>
                </c:pt>
                <c:pt idx="846">
                  <c:v>1.8346366153818026E-36</c:v>
                </c:pt>
                <c:pt idx="847">
                  <c:v>1.6644026557903315E-36</c:v>
                </c:pt>
                <c:pt idx="848">
                  <c:v>1.50996452233425E-36</c:v>
                </c:pt>
                <c:pt idx="849">
                  <c:v>1.3698565372844988E-36</c:v>
                </c:pt>
                <c:pt idx="850">
                  <c:v>1.2427490215731806E-36</c:v>
                </c:pt>
                <c:pt idx="851">
                  <c:v>1.1274356756238508E-36</c:v>
                </c:pt>
                <c:pt idx="852">
                  <c:v>1.0228221311011688E-36</c:v>
                </c:pt>
                <c:pt idx="853">
                  <c:v>9.279155649314479E-37</c:v>
                </c:pt>
                <c:pt idx="854">
                  <c:v>8.4181527702676333E-37</c:v>
                </c:pt>
                <c:pt idx="855">
                  <c:v>7.6370414229229485E-37</c:v>
                </c:pt>
                <c:pt idx="856">
                  <c:v>6.9284085579249402E-37</c:v>
                </c:pt>
                <c:pt idx="857">
                  <c:v>6.2855289747996767E-37</c:v>
                </c:pt>
                <c:pt idx="858">
                  <c:v>5.7023014971966852E-37</c:v>
                </c:pt>
                <c:pt idx="859">
                  <c:v>5.173191070361478E-37</c:v>
                </c:pt>
                <c:pt idx="860">
                  <c:v>4.6931762313205989E-37</c:v>
                </c:pt>
                <c:pt idx="861">
                  <c:v>4.2577014532528299E-37</c:v>
                </c:pt>
                <c:pt idx="862">
                  <c:v>3.862633911774185E-37</c:v>
                </c:pt>
                <c:pt idx="863">
                  <c:v>3.5042242628330124E-37</c:v>
                </c:pt>
                <c:pt idx="864">
                  <c:v>3.1790710599822628E-37</c:v>
                </c:pt>
                <c:pt idx="865">
                  <c:v>2.8840884733348137E-37</c:v>
                </c:pt>
                <c:pt idx="866">
                  <c:v>2.6164770038418632E-37</c:v>
                </c:pt>
                <c:pt idx="867">
                  <c:v>2.3736969149622678E-37</c:v>
                </c:pt>
                <c:pt idx="868">
                  <c:v>2.1534441295789386E-37</c:v>
                </c:pt>
                <c:pt idx="869">
                  <c:v>1.9536283634137451E-37</c:v>
                </c:pt>
                <c:pt idx="870">
                  <c:v>1.7723532874200378E-37</c:v>
                </c:pt>
                <c:pt idx="871">
                  <c:v>1.6078985308852215E-37</c:v>
                </c:pt>
                <c:pt idx="872">
                  <c:v>1.4587033544459149E-37</c:v>
                </c:pt>
                <c:pt idx="873">
                  <c:v>1.3233518380667182E-37</c:v>
                </c:pt>
                <c:pt idx="874">
                  <c:v>1.2005594434104791E-37</c:v>
                </c:pt>
                <c:pt idx="875">
                  <c:v>1.0891608230715981E-37</c:v>
                </c:pt>
                <c:pt idx="876">
                  <c:v>9.8809876097772456E-38</c:v>
                </c:pt>
                <c:pt idx="877">
                  <c:v>8.9641413899951648E-38</c:v>
                </c:pt>
                <c:pt idx="878">
                  <c:v>8.1323683454791293E-38</c:v>
                </c:pt>
                <c:pt idx="879">
                  <c:v>7.3777746277366424E-38</c:v>
                </c:pt>
                <c:pt idx="880">
                  <c:v>6.6931988499923799E-38</c:v>
                </c:pt>
                <c:pt idx="881">
                  <c:v>6.0721441228522234E-38</c:v>
                </c:pt>
                <c:pt idx="882">
                  <c:v>5.5087163963057411E-38</c:v>
                </c:pt>
                <c:pt idx="883">
                  <c:v>4.9975685229082464E-38</c:v>
                </c:pt>
                <c:pt idx="884">
                  <c:v>4.5338495112786204E-38</c:v>
                </c:pt>
                <c:pt idx="885">
                  <c:v>4.1131584883120359E-38</c:v>
                </c:pt>
                <c:pt idx="886">
                  <c:v>3.7315029331889791E-38</c:v>
                </c:pt>
                <c:pt idx="887">
                  <c:v>3.385260786805264E-38</c:v>
                </c:pt>
                <c:pt idx="888">
                  <c:v>3.071146077027846E-38</c:v>
                </c:pt>
                <c:pt idx="889">
                  <c:v>2.7861777335461086E-38</c:v>
                </c:pt>
                <c:pt idx="890">
                  <c:v>2.527651296359267E-38</c:v>
                </c:pt>
                <c:pt idx="891">
                  <c:v>2.2931132494031587E-38</c:v>
                </c:pt>
                <c:pt idx="892">
                  <c:v>2.0803377357321167E-38</c:v>
                </c:pt>
                <c:pt idx="893">
                  <c:v>1.8873054332739354E-38</c:v>
                </c:pt>
                <c:pt idx="894">
                  <c:v>1.7121843906810392E-38</c:v>
                </c:pt>
                <c:pt idx="895">
                  <c:v>1.553312641402403E-38</c:v>
                </c:pt>
                <c:pt idx="896">
                  <c:v>1.4091824309768418E-38</c:v>
                </c:pt>
                <c:pt idx="897">
                  <c:v>1.2784259078590112E-38</c:v>
                </c:pt>
                <c:pt idx="898">
                  <c:v>1.1598021419783383E-38</c:v>
                </c:pt>
                <c:pt idx="899">
                  <c:v>1.0521853478315837E-38</c:v>
                </c:pt>
                <c:pt idx="900">
                  <c:v>9.5455420034233062E-39</c:v>
                </c:pt>
                <c:pt idx="901">
                  <c:v>8.6598214209027709E-39</c:v>
                </c:pt>
                <c:pt idx="902">
                  <c:v>7.8562858992220855E-39</c:v>
                </c:pt>
                <c:pt idx="903">
                  <c:v>7.1273095749218846E-39</c:v>
                </c:pt>
                <c:pt idx="904">
                  <c:v>6.4659741802172181E-39</c:v>
                </c:pt>
                <c:pt idx="905">
                  <c:v>5.8660033859542221E-39</c:v>
                </c:pt>
                <c:pt idx="906">
                  <c:v>5.3217032368152676E-39</c:v>
                </c:pt>
                <c:pt idx="907">
                  <c:v>4.8279081134767525E-39</c:v>
                </c:pt>
                <c:pt idx="908">
                  <c:v>4.3799317088796499E-39</c:v>
                </c:pt>
                <c:pt idx="909">
                  <c:v>3.9735225533599028E-39</c:v>
                </c:pt>
                <c:pt idx="910">
                  <c:v>3.6048236665540823E-39</c:v>
                </c:pt>
                <c:pt idx="911">
                  <c:v>3.2703359531608095E-39</c:v>
                </c:pt>
                <c:pt idx="912">
                  <c:v>2.9668849951708906E-39</c:v>
                </c:pt>
                <c:pt idx="913">
                  <c:v>2.6915909254101946E-39</c:v>
                </c:pt>
                <c:pt idx="914">
                  <c:v>2.4418410964841483E-39</c:v>
                </c:pt>
                <c:pt idx="915">
                  <c:v>2.2152652857417976E-39</c:v>
                </c:pt>
                <c:pt idx="916">
                  <c:v>2.0097132009444068E-39</c:v>
                </c:pt>
                <c:pt idx="917">
                  <c:v>1.8232340731587564E-39</c:v>
                </c:pt>
                <c:pt idx="918">
                  <c:v>1.6540581432041502E-39</c:v>
                </c:pt>
                <c:pt idx="919">
                  <c:v>1.500579865952194E-39</c:v>
                </c:pt>
                <c:pt idx="920">
                  <c:v>1.3613426730811029E-39</c:v>
                </c:pt>
                <c:pt idx="921">
                  <c:v>1.235025149678117E-39</c:v>
                </c:pt>
                <c:pt idx="922">
                  <c:v>1.1204284934999659E-39</c:v>
                </c:pt>
                <c:pt idx="923">
                  <c:v>1.0164651378749542E-39</c:v>
                </c:pt>
                <c:pt idx="924">
                  <c:v>9.2214843027389182E-40</c:v>
                </c:pt>
                <c:pt idx="925">
                  <c:v>8.3658326859530852E-40</c:v>
                </c:pt>
                <c:pt idx="926">
                  <c:v>7.5895760629960141E-40</c:v>
                </c:pt>
                <c:pt idx="927">
                  <c:v>6.8853474577276286E-40</c:v>
                </c:pt>
                <c:pt idx="928">
                  <c:v>6.2464634678056694E-40</c:v>
                </c:pt>
                <c:pt idx="929">
                  <c:v>5.6668608366073725E-40</c:v>
                </c:pt>
                <c:pt idx="930">
                  <c:v>5.1410389105749603E-40</c:v>
                </c:pt>
                <c:pt idx="931">
                  <c:v>4.6640074358821546E-40</c:v>
                </c:pt>
                <c:pt idx="932">
                  <c:v>4.2312391989912477E-40</c:v>
                </c:pt>
                <c:pt idx="933">
                  <c:v>3.8386270616426072E-40</c:v>
                </c:pt>
                <c:pt idx="934">
                  <c:v>3.4824449825215032E-40</c:v>
                </c:pt>
                <c:pt idx="935">
                  <c:v>3.1593126556815555E-40</c:v>
                </c:pt>
                <c:pt idx="936">
                  <c:v>2.8661634301319136E-40</c:v>
                </c:pt>
                <c:pt idx="937">
                  <c:v>2.6002152061311122E-40</c:v>
                </c:pt>
                <c:pt idx="938">
                  <c:v>2.3589440319822565E-40</c:v>
                </c:pt>
                <c:pt idx="939">
                  <c:v>2.1400601507535204E-40</c:v>
                </c:pt>
                <c:pt idx="940">
                  <c:v>1.9414862695978363E-40</c:v>
                </c:pt>
                <c:pt idx="941">
                  <c:v>1.7613378454384649E-40</c:v>
                </c:pt>
                <c:pt idx="942">
                  <c:v>1.5979051999252043E-40</c:v>
                </c:pt>
                <c:pt idx="943">
                  <c:v>1.4496372939243969E-40</c:v>
                </c:pt>
                <c:pt idx="944">
                  <c:v>1.3151270075564016E-40</c:v>
                </c:pt>
                <c:pt idx="945">
                  <c:v>1.1930977860827809E-40</c:v>
                </c:pt>
                <c:pt idx="946">
                  <c:v>1.0823915249072282E-40</c:v>
                </c:pt>
                <c:pt idx="947">
                  <c:v>9.8195757871408112E-41</c:v>
                </c:pt>
                <c:pt idx="948">
                  <c:v>8.9084279043728251E-41</c:v>
                </c:pt>
                <c:pt idx="949">
                  <c:v>8.0818244543043901E-41</c:v>
                </c:pt>
                <c:pt idx="950">
                  <c:v>7.3319206498972379E-41</c:v>
                </c:pt>
                <c:pt idx="951">
                  <c:v>6.6515996134706844E-41</c:v>
                </c:pt>
                <c:pt idx="952">
                  <c:v>6.0344048347746493E-41</c:v>
                </c:pt>
                <c:pt idx="953">
                  <c:v>5.4744788962051606E-41</c:v>
                </c:pt>
                <c:pt idx="954">
                  <c:v>4.9665078836418546E-41</c:v>
                </c:pt>
                <c:pt idx="955">
                  <c:v>4.5056709553443876E-41</c:v>
                </c:pt>
                <c:pt idx="956">
                  <c:v>4.087594590295422E-41</c:v>
                </c:pt>
                <c:pt idx="957">
                  <c:v>3.7083110817920486E-41</c:v>
                </c:pt>
                <c:pt idx="958">
                  <c:v>3.3642208823718119E-41</c:v>
                </c:pt>
                <c:pt idx="959">
                  <c:v>3.0520584427121835E-41</c:v>
                </c:pt>
                <c:pt idx="960">
                  <c:v>2.7688612203023272E-41</c:v>
                </c:pt>
                <c:pt idx="961">
                  <c:v>2.5119415637668182E-41</c:v>
                </c:pt>
                <c:pt idx="962">
                  <c:v>2.2788612060124488E-41</c:v>
                </c:pt>
                <c:pt idx="963">
                  <c:v>2.0674081241288658E-41</c:v>
                </c:pt>
                <c:pt idx="964">
                  <c:v>1.8755755464340232E-41</c:v>
                </c:pt>
                <c:pt idx="965">
                  <c:v>1.7015429074332174E-41</c:v>
                </c:pt>
                <c:pt idx="966">
                  <c:v>1.5436585699471807E-41</c:v>
                </c:pt>
                <c:pt idx="967">
                  <c:v>1.4004241504353202E-41</c:v>
                </c:pt>
                <c:pt idx="968">
                  <c:v>1.2704802987551806E-41</c:v>
                </c:pt>
                <c:pt idx="969">
                  <c:v>1.1525937974029221E-41</c:v>
                </c:pt>
                <c:pt idx="970">
                  <c:v>1.0456458578014677E-41</c:v>
                </c:pt>
                <c:pt idx="971">
                  <c:v>9.4862150256318519E-42</c:v>
                </c:pt>
                <c:pt idx="972">
                  <c:v>8.605999329613175E-42</c:v>
                </c:pt>
                <c:pt idx="973">
                  <c:v>7.8074579019328407E-42</c:v>
                </c:pt>
                <c:pt idx="974">
                  <c:v>7.0830122750187887E-42</c:v>
                </c:pt>
                <c:pt idx="975">
                  <c:v>6.4257871791593118E-42</c:v>
                </c:pt>
                <c:pt idx="976">
                  <c:v>5.829545293529603E-42</c:v>
                </c:pt>
                <c:pt idx="977">
                  <c:v>5.2886280516000095E-42</c:v>
                </c:pt>
                <c:pt idx="978">
                  <c:v>4.7979019391468562E-42</c:v>
                </c:pt>
              </c:numCache>
            </c:numRef>
          </c:yVal>
          <c:smooth val="0"/>
          <c:extLst>
            <c:ext xmlns:c16="http://schemas.microsoft.com/office/drawing/2014/chart" uri="{C3380CC4-5D6E-409C-BE32-E72D297353CC}">
              <c16:uniqueId val="{00000003-EF4A-439F-B007-9D992D15BAA2}"/>
            </c:ext>
          </c:extLst>
        </c:ser>
        <c:dLbls>
          <c:showLegendKey val="0"/>
          <c:showVal val="0"/>
          <c:showCatName val="0"/>
          <c:showSerName val="0"/>
          <c:showPercent val="0"/>
          <c:showBubbleSize val="0"/>
        </c:dLbls>
        <c:axId val="723853439"/>
        <c:axId val="723862079"/>
      </c:scatterChart>
      <c:valAx>
        <c:axId val="723853439"/>
        <c:scaling>
          <c:orientation val="minMax"/>
          <c:max val="120"/>
        </c:scaling>
        <c:delete val="0"/>
        <c:axPos val="b"/>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723862079"/>
        <c:crosses val="autoZero"/>
        <c:crossBetween val="midCat"/>
      </c:valAx>
      <c:valAx>
        <c:axId val="723862079"/>
        <c:scaling>
          <c:orientation val="minMax"/>
          <c:max val="1"/>
        </c:scaling>
        <c:delete val="0"/>
        <c:axPos val="l"/>
        <c:numFmt formatCode="#,##0.0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CO"/>
          </a:p>
        </c:txPr>
        <c:crossAx val="723853439"/>
        <c:crosses val="autoZero"/>
        <c:crossBetween val="midCat"/>
      </c:valAx>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chart>
  <c:txPr>
    <a:bodyPr/>
    <a:lstStyle/>
    <a:p>
      <a:pPr>
        <a:defRPr/>
      </a:pPr>
      <a:endParaRPr lang="es-CO"/>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colors3.xml><?xml version="1.0" encoding="utf-8"?>
<cs:colorStyle xmlns:cs="http://schemas.microsoft.com/office/drawing/2012/chartStyle" xmlns:a="http://schemas.openxmlformats.org/drawingml/2006/main" meth="withinLinear" id="19">
  <a:schemeClr val="accent6"/>
</cs:colorStyle>
</file>

<file path=ppt/charts/colors4.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238BA3-01AF-432E-B4D2-1E1D3ACA8E65}" type="datetimeFigureOut">
              <a:rPr lang="es-CO" smtClean="0"/>
              <a:t>13/06/2024</a:t>
            </a:fld>
            <a:endParaRPr lang="es-CO"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596D6-606C-4D3C-B36E-3515455FD651}" type="slidenum">
              <a:rPr lang="es-CO" smtClean="0"/>
              <a:t>‹Nº›</a:t>
            </a:fld>
            <a:endParaRPr lang="es-CO"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29B596D6-606C-4D3C-B36E-3515455FD651}" type="slidenum">
              <a:rPr lang="es-CO" smtClean="0"/>
              <a:t>15</a:t>
            </a:fld>
            <a:endParaRPr lang="es-CO" dirty="0"/>
          </a:p>
        </p:txBody>
      </p:sp>
    </p:spTree>
    <p:extLst>
      <p:ext uri="{BB962C8B-B14F-4D97-AF65-F5344CB8AC3E}">
        <p14:creationId xmlns:p14="http://schemas.microsoft.com/office/powerpoint/2010/main" val="1499674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29B596D6-606C-4D3C-B36E-3515455FD651}" type="slidenum">
              <a:rPr lang="es-CO" smtClean="0"/>
              <a:t>16</a:t>
            </a:fld>
            <a:endParaRPr lang="es-CO" dirty="0"/>
          </a:p>
        </p:txBody>
      </p:sp>
    </p:spTree>
    <p:extLst>
      <p:ext uri="{BB962C8B-B14F-4D97-AF65-F5344CB8AC3E}">
        <p14:creationId xmlns:p14="http://schemas.microsoft.com/office/powerpoint/2010/main" val="21333710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ortada">
    <p:spTree>
      <p:nvGrpSpPr>
        <p:cNvPr id="1" name=""/>
        <p:cNvGrpSpPr/>
        <p:nvPr/>
      </p:nvGrpSpPr>
      <p:grpSpPr>
        <a:xfrm>
          <a:off x="0" y="0"/>
          <a:ext cx="0" cy="0"/>
          <a:chOff x="0" y="0"/>
          <a:chExt cx="0" cy="0"/>
        </a:xfrm>
      </p:grpSpPr>
      <p:pic>
        <p:nvPicPr>
          <p:cNvPr id="6" name="Imagen 5" descr="Imagen que contiene edificio, exterior&#10;&#10;Descripción generada automáticamente"/>
          <p:cNvPicPr>
            <a:picLocks noChangeAspect="1"/>
          </p:cNvPicPr>
          <p:nvPr userDrawn="1"/>
        </p:nvPicPr>
        <p:blipFill>
          <a:blip r:embed="rId2" cstate="screen"/>
          <a:stretch>
            <a:fillRect/>
          </a:stretch>
        </p:blipFill>
        <p:spPr>
          <a:xfrm>
            <a:off x="0" y="0"/>
            <a:ext cx="12192000" cy="6858000"/>
          </a:xfrm>
          <a:prstGeom prst="rect">
            <a:avLst/>
          </a:prstGeom>
        </p:spPr>
      </p:pic>
      <p:sp>
        <p:nvSpPr>
          <p:cNvPr id="2" name="1 Título"/>
          <p:cNvSpPr>
            <a:spLocks noGrp="1"/>
          </p:cNvSpPr>
          <p:nvPr>
            <p:ph type="ctrTitle" hasCustomPrompt="1"/>
          </p:nvPr>
        </p:nvSpPr>
        <p:spPr>
          <a:xfrm>
            <a:off x="914400" y="2463032"/>
            <a:ext cx="10363200" cy="1470025"/>
          </a:xfrm>
        </p:spPr>
        <p:txBody>
          <a:bodyPr anchor="b">
            <a:normAutofit/>
          </a:bodyPr>
          <a:lstStyle>
            <a:lvl1pPr algn="l" rtl="0" eaLnBrk="1" fontAlgn="base" hangingPunct="1">
              <a:spcBef>
                <a:spcPct val="0"/>
              </a:spcBef>
              <a:spcAft>
                <a:spcPct val="0"/>
              </a:spcAft>
              <a:defRPr lang="es-CO" sz="4000" b="1" kern="1200" cap="none" dirty="0" smtClean="0">
                <a:solidFill>
                  <a:schemeClr val="bg1"/>
                </a:solidFill>
                <a:latin typeface="+mj-lt"/>
                <a:ea typeface="MS PGothic" pitchFamily="-84" charset="-128"/>
                <a:cs typeface="Arial" panose="020B0604020202020204" pitchFamily="34" charset="0"/>
              </a:defRPr>
            </a:lvl1pPr>
          </a:lstStyle>
          <a:p>
            <a:r>
              <a:rPr lang="es-ES"/>
              <a:t>HAGA CLIC PARA MODIFICAR EL ESTILO DE TÍTULO DEL PATRÓN</a:t>
            </a:r>
            <a:endParaRPr lang="es-CO"/>
          </a:p>
        </p:txBody>
      </p:sp>
      <p:sp>
        <p:nvSpPr>
          <p:cNvPr id="3" name="2 Subtítulo"/>
          <p:cNvSpPr>
            <a:spLocks noGrp="1"/>
          </p:cNvSpPr>
          <p:nvPr>
            <p:ph type="subTitle" idx="1" hasCustomPrompt="1"/>
          </p:nvPr>
        </p:nvSpPr>
        <p:spPr>
          <a:xfrm>
            <a:off x="914400" y="4005614"/>
            <a:ext cx="8534400" cy="936104"/>
          </a:xfrm>
        </p:spPr>
        <p:txBody>
          <a:bodyPr anchor="t">
            <a:noAutofit/>
          </a:bodyPr>
          <a:lstStyle>
            <a:lvl1pPr marL="0" indent="0" algn="l">
              <a:buNone/>
              <a:defRPr sz="3200">
                <a:solidFill>
                  <a:schemeClr val="bg1"/>
                </a:solidFill>
                <a:latin typeface="+mj-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pic>
        <p:nvPicPr>
          <p:cNvPr id="5" name="Imagen 4"/>
          <p:cNvPicPr>
            <a:picLocks noChangeAspect="1"/>
          </p:cNvPicPr>
          <p:nvPr userDrawn="1"/>
        </p:nvPicPr>
        <p:blipFill>
          <a:blip r:embed="rId3" cstate="email"/>
          <a:stretch>
            <a:fillRect/>
          </a:stretch>
        </p:blipFill>
        <p:spPr>
          <a:xfrm>
            <a:off x="1127448" y="458014"/>
            <a:ext cx="2507307" cy="810746"/>
          </a:xfrm>
          <a:prstGeom prst="rect">
            <a:avLst/>
          </a:prstGeom>
        </p:spPr>
      </p:pic>
      <p:cxnSp>
        <p:nvCxnSpPr>
          <p:cNvPr id="9" name="Conector recto 8"/>
          <p:cNvCxnSpPr/>
          <p:nvPr userDrawn="1"/>
        </p:nvCxnSpPr>
        <p:spPr>
          <a:xfrm>
            <a:off x="1127448" y="1412776"/>
            <a:ext cx="24482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pic>
        <p:nvPicPr>
          <p:cNvPr id="5" name="Imagen 4"/>
          <p:cNvPicPr>
            <a:picLocks noChangeAspect="1"/>
          </p:cNvPicPr>
          <p:nvPr userDrawn="1"/>
        </p:nvPicPr>
        <p:blipFill rotWithShape="1">
          <a:blip r:embed="rId2" cstate="screen"/>
          <a:srcRect/>
          <a:stretch>
            <a:fillRect/>
          </a:stretch>
        </p:blipFill>
        <p:spPr>
          <a:xfrm>
            <a:off x="0" y="0"/>
            <a:ext cx="3359696" cy="6858000"/>
          </a:xfrm>
          <a:prstGeom prst="rect">
            <a:avLst/>
          </a:prstGeom>
        </p:spPr>
      </p:pic>
      <p:sp>
        <p:nvSpPr>
          <p:cNvPr id="8" name="Rectángulo 7"/>
          <p:cNvSpPr/>
          <p:nvPr userDrawn="1"/>
        </p:nvSpPr>
        <p:spPr>
          <a:xfrm>
            <a:off x="263352" y="1455320"/>
            <a:ext cx="2736304" cy="45719"/>
          </a:xfrm>
          <a:prstGeom prst="rect">
            <a:avLst/>
          </a:prstGeom>
          <a:solidFill>
            <a:schemeClr val="bg1"/>
          </a:solidFill>
          <a:ln>
            <a:noFill/>
          </a:ln>
          <a:effectLst>
            <a:reflection blurRad="6350" stA="50000" endA="300" endPos="38500" dist="50800" dir="5400000" sy="-100000" algn="bl" rotWithShape="0"/>
          </a:effectLst>
        </p:spPr>
        <p:style>
          <a:lnRef idx="2">
            <a:schemeClr val="accent1">
              <a:shade val="50000"/>
            </a:schemeClr>
          </a:lnRef>
          <a:fillRef idx="1002">
            <a:schemeClr val="lt2"/>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defPPr>
              <a:defRPr lang="es-MX"/>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2" name="1 Título"/>
          <p:cNvSpPr>
            <a:spLocks noGrp="1"/>
          </p:cNvSpPr>
          <p:nvPr>
            <p:ph type="title"/>
          </p:nvPr>
        </p:nvSpPr>
        <p:spPr>
          <a:xfrm>
            <a:off x="117353" y="600006"/>
            <a:ext cx="2999656" cy="792088"/>
          </a:xfrm>
        </p:spPr>
        <p:txBody>
          <a:bodyPr>
            <a:noAutofit/>
          </a:bodyPr>
          <a:lstStyle>
            <a:lvl1pPr>
              <a:defRPr sz="3200" b="0">
                <a:solidFill>
                  <a:schemeClr val="bg1"/>
                </a:solidFill>
                <a:latin typeface="+mj-lt"/>
                <a:cs typeface="Arial" panose="020B0604020202020204" pitchFamily="34" charset="0"/>
              </a:defRPr>
            </a:lvl1pPr>
          </a:lstStyle>
          <a:p>
            <a:r>
              <a:rPr lang="es-ES"/>
              <a:t>Haga clic para modificar el estilo de título del patrón</a:t>
            </a:r>
            <a:endParaRPr lang="es-CO"/>
          </a:p>
        </p:txBody>
      </p:sp>
      <p:sp>
        <p:nvSpPr>
          <p:cNvPr id="3" name="2 Marcador de contenido"/>
          <p:cNvSpPr>
            <a:spLocks noGrp="1"/>
          </p:cNvSpPr>
          <p:nvPr>
            <p:ph idx="1" hasCustomPrompt="1"/>
          </p:nvPr>
        </p:nvSpPr>
        <p:spPr>
          <a:xfrm>
            <a:off x="3610047" y="659829"/>
            <a:ext cx="6734425" cy="5793507"/>
          </a:xfrm>
        </p:spPr>
        <p:txBody>
          <a:bodyPr/>
          <a:lstStyle>
            <a:lvl1pPr marL="273050" indent="-273050" algn="just" rtl="0" eaLnBrk="1" fontAlgn="base" hangingPunct="1">
              <a:spcBef>
                <a:spcPct val="20000"/>
              </a:spcBef>
              <a:spcAft>
                <a:spcPct val="0"/>
              </a:spcAft>
              <a:buFont typeface="Arial" panose="020B0604020202020204" pitchFamily="34" charset="0"/>
              <a:buChar char="•"/>
              <a:defRPr lang="es-ES" sz="2400" kern="1200" dirty="0" smtClean="0">
                <a:solidFill>
                  <a:schemeClr val="tx2"/>
                </a:solidFill>
                <a:latin typeface="+mj-lt"/>
                <a:ea typeface="MS PGothic" pitchFamily="-84" charset="-128"/>
                <a:cs typeface="Arial" panose="020B0604020202020204" pitchFamily="34" charset="0"/>
              </a:defRPr>
            </a:lvl1pPr>
            <a:lvl2pPr marL="742950" indent="-469900">
              <a:defRPr lang="es-ES" sz="2200" kern="1200" dirty="0" smtClean="0">
                <a:solidFill>
                  <a:schemeClr val="tx2"/>
                </a:solidFill>
                <a:latin typeface="+mn-lt"/>
                <a:ea typeface="MS PGothic" pitchFamily="-84" charset="-128"/>
                <a:cs typeface="Arial" panose="020B0604020202020204" pitchFamily="34" charset="0"/>
              </a:defRPr>
            </a:lvl2pPr>
            <a:lvl3pPr indent="-228600" algn="l" defTabSz="914400" rtl="0" eaLnBrk="1" latinLnBrk="0" hangingPunct="1">
              <a:spcBef>
                <a:spcPct val="20000"/>
              </a:spcBef>
              <a:buFont typeface="Arial" panose="020B0604020202020204" pitchFamily="34" charset="0"/>
              <a:defRPr lang="es-CO" sz="2000" kern="1200" dirty="0" smtClean="0">
                <a:solidFill>
                  <a:schemeClr val="tx2"/>
                </a:solidFill>
                <a:latin typeface="+mn-lt"/>
                <a:ea typeface="+mn-ea"/>
                <a:cs typeface="Arial" panose="020B0604020202020204" pitchFamily="34" charset="0"/>
              </a:defRPr>
            </a:lvl3pPr>
            <a:lvl4pPr>
              <a:defRPr lang="es-ES" sz="1800" kern="1200" dirty="0" smtClean="0">
                <a:solidFill>
                  <a:schemeClr val="tx2"/>
                </a:solidFill>
                <a:latin typeface="+mn-lt"/>
                <a:ea typeface="+mn-ea"/>
                <a:cs typeface="Arial" panose="020B0604020202020204" pitchFamily="34" charset="0"/>
              </a:defRPr>
            </a:lvl4pPr>
            <a:lvl5pPr>
              <a:defRPr lang="es-CO" sz="1800" kern="1200" dirty="0" smtClean="0">
                <a:solidFill>
                  <a:schemeClr val="tx2"/>
                </a:solidFill>
                <a:latin typeface="+mn-lt"/>
                <a:ea typeface="+mn-ea"/>
                <a:cs typeface="Arial" panose="020B0604020202020204" pitchFamily="34" charset="0"/>
              </a:defRPr>
            </a:lvl5pPr>
          </a:lstStyle>
          <a:p>
            <a:pPr lvl="0"/>
            <a:r>
              <a:rPr lang="es-ES"/>
              <a:t>Haga clic para modificar el estilo de texto del patrón</a:t>
            </a:r>
          </a:p>
          <a:p>
            <a:pPr marL="742950" lvl="1" indent="-285750" algn="just" rtl="0" eaLnBrk="1" fontAlgn="base" hangingPunct="1">
              <a:spcBef>
                <a:spcPct val="20000"/>
              </a:spcBef>
              <a:spcAft>
                <a:spcPct val="0"/>
              </a:spcAft>
              <a:buFont typeface="Arial" panose="020B0604020202020204" pitchFamily="34" charset="0"/>
              <a:buChar char="–"/>
            </a:pPr>
            <a:r>
              <a:rPr lang="es-ES"/>
              <a:t>Segundo nivel</a:t>
            </a:r>
          </a:p>
          <a:p>
            <a:pPr marL="1143000" lvl="2" indent="-228600" algn="just" rtl="0" eaLnBrk="1" fontAlgn="base" hangingPunct="1">
              <a:spcBef>
                <a:spcPct val="20000"/>
              </a:spcBef>
              <a:spcAft>
                <a:spcPct val="0"/>
              </a:spcAft>
              <a:buFont typeface="Arial" panose="020B0604020202020204" pitchFamily="34" charset="0"/>
              <a:buChar char="•"/>
            </a:pPr>
            <a:r>
              <a:rPr lang="es-ES"/>
              <a:t>Tercer nivel</a:t>
            </a:r>
          </a:p>
          <a:p>
            <a:pPr marL="1600200" lvl="3" indent="-228600" algn="l" defTabSz="914400" rtl="0" eaLnBrk="1" fontAlgn="base" latinLnBrk="0" hangingPunct="1">
              <a:spcBef>
                <a:spcPct val="20000"/>
              </a:spcBef>
              <a:spcAft>
                <a:spcPct val="0"/>
              </a:spcAft>
              <a:buFont typeface="Arial" panose="020B0604020202020204" pitchFamily="34" charset="0"/>
              <a:buChar char="–"/>
            </a:pPr>
            <a:r>
              <a:rPr lang="es-ES"/>
              <a:t>Cuarto nivel</a:t>
            </a:r>
          </a:p>
          <a:p>
            <a:pPr marL="2057400" lvl="4" indent="-228600" algn="l" defTabSz="914400" rtl="0" eaLnBrk="1" fontAlgn="base" latinLnBrk="0" hangingPunct="1">
              <a:spcBef>
                <a:spcPct val="20000"/>
              </a:spcBef>
              <a:spcAft>
                <a:spcPct val="0"/>
              </a:spcAft>
              <a:buFont typeface="Arial" panose="020B0604020202020204" pitchFamily="34" charset="0"/>
              <a:buChar char="»"/>
            </a:pPr>
            <a:r>
              <a:rPr lang="es-ES"/>
              <a:t>Quinto nivel</a:t>
            </a:r>
            <a:endParaRPr lang="es-CO"/>
          </a:p>
        </p:txBody>
      </p:sp>
      <p:cxnSp>
        <p:nvCxnSpPr>
          <p:cNvPr id="7" name="Conector recto 6"/>
          <p:cNvCxnSpPr/>
          <p:nvPr userDrawn="1"/>
        </p:nvCxnSpPr>
        <p:spPr>
          <a:xfrm>
            <a:off x="263352" y="1484784"/>
            <a:ext cx="273630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8" name="Imagen 7"/>
          <p:cNvPicPr>
            <a:picLocks noChangeAspect="1"/>
          </p:cNvPicPr>
          <p:nvPr userDrawn="1"/>
        </p:nvPicPr>
        <p:blipFill rotWithShape="1">
          <a:blip r:embed="rId2" cstate="screen"/>
          <a:srcRect/>
          <a:stretch>
            <a:fillRect/>
          </a:stretch>
        </p:blipFill>
        <p:spPr>
          <a:xfrm>
            <a:off x="0" y="1268760"/>
            <a:ext cx="12192000" cy="5589240"/>
          </a:xfrm>
          <a:prstGeom prst="rect">
            <a:avLst/>
          </a:prstGeom>
        </p:spPr>
      </p:pic>
      <p:sp>
        <p:nvSpPr>
          <p:cNvPr id="2" name="1 Título"/>
          <p:cNvSpPr>
            <a:spLocks noGrp="1"/>
          </p:cNvSpPr>
          <p:nvPr>
            <p:ph type="title"/>
          </p:nvPr>
        </p:nvSpPr>
        <p:spPr>
          <a:xfrm>
            <a:off x="2068959" y="3717032"/>
            <a:ext cx="8398636" cy="1362075"/>
          </a:xfrm>
        </p:spPr>
        <p:txBody>
          <a:bodyPr anchor="t">
            <a:normAutofit/>
          </a:bodyPr>
          <a:lstStyle>
            <a:lvl1pPr marL="0" indent="0" algn="l" defTabSz="914400" rtl="0" eaLnBrk="1" fontAlgn="base" latinLnBrk="0" hangingPunct="1">
              <a:spcBef>
                <a:spcPct val="20000"/>
              </a:spcBef>
              <a:spcAft>
                <a:spcPct val="0"/>
              </a:spcAft>
              <a:buFont typeface="Arial" panose="020B0604020202020204" pitchFamily="34" charset="0"/>
              <a:buNone/>
              <a:defRPr lang="es-CO" sz="2800" kern="1200" dirty="0" smtClean="0">
                <a:solidFill>
                  <a:schemeClr val="bg1"/>
                </a:solidFill>
                <a:latin typeface="+mn-lt"/>
                <a:ea typeface="+mn-ea"/>
                <a:cs typeface="Arial" panose="020B0604020202020204" pitchFamily="34" charset="0"/>
              </a:defRPr>
            </a:lvl1pPr>
          </a:lstStyle>
          <a:p>
            <a:r>
              <a:rPr lang="es-ES"/>
              <a:t>Haga clic para modificar el estilo de título del patrón</a:t>
            </a:r>
            <a:endParaRPr lang="es-CO"/>
          </a:p>
        </p:txBody>
      </p:sp>
      <p:sp>
        <p:nvSpPr>
          <p:cNvPr id="3" name="2 Marcador de texto"/>
          <p:cNvSpPr>
            <a:spLocks noGrp="1"/>
          </p:cNvSpPr>
          <p:nvPr>
            <p:ph type="body" idx="1" hasCustomPrompt="1"/>
          </p:nvPr>
        </p:nvSpPr>
        <p:spPr>
          <a:xfrm>
            <a:off x="2068959" y="2132855"/>
            <a:ext cx="8398636" cy="1500187"/>
          </a:xfrm>
        </p:spPr>
        <p:txBody>
          <a:bodyPr anchor="b">
            <a:normAutofit/>
          </a:bodyPr>
          <a:lstStyle>
            <a:lvl1pPr marL="0" indent="0" algn="l" defTabSz="914400" rtl="0" eaLnBrk="1" fontAlgn="base" latinLnBrk="0" hangingPunct="1">
              <a:spcBef>
                <a:spcPct val="0"/>
              </a:spcBef>
              <a:spcAft>
                <a:spcPct val="0"/>
              </a:spcAft>
              <a:buNone/>
              <a:defRPr lang="es-ES" sz="3600" b="1" kern="1200" cap="none" dirty="0" smtClean="0">
                <a:solidFill>
                  <a:schemeClr val="bg1"/>
                </a:solidFill>
                <a:latin typeface="+mj-lt"/>
                <a:ea typeface="MS PGothic" pitchFamily="-84" charset="-128"/>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12" name="2 Marcador de texto"/>
          <p:cNvSpPr>
            <a:spLocks noGrp="1"/>
          </p:cNvSpPr>
          <p:nvPr>
            <p:ph type="body" idx="10" hasCustomPrompt="1"/>
          </p:nvPr>
        </p:nvSpPr>
        <p:spPr>
          <a:xfrm>
            <a:off x="408988" y="2288853"/>
            <a:ext cx="1294524" cy="1500187"/>
          </a:xfrm>
        </p:spPr>
        <p:txBody>
          <a:bodyPr anchor="b">
            <a:noAutofit/>
          </a:bodyPr>
          <a:lstStyle>
            <a:lvl1pPr marL="0" indent="0" algn="ctr" defTabSz="914400" rtl="0" eaLnBrk="1" fontAlgn="base" latinLnBrk="0" hangingPunct="1">
              <a:spcBef>
                <a:spcPct val="0"/>
              </a:spcBef>
              <a:spcAft>
                <a:spcPct val="0"/>
              </a:spcAft>
              <a:buNone/>
              <a:defRPr lang="es-ES" sz="7200" b="1" kern="1200" cap="none" dirty="0" smtClean="0">
                <a:solidFill>
                  <a:schemeClr val="bg1"/>
                </a:solidFill>
                <a:latin typeface="+mj-lt"/>
                <a:ea typeface="MS PGothic" pitchFamily="-84" charset="-128"/>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6" name="Rectángulo 5"/>
          <p:cNvSpPr/>
          <p:nvPr userDrawn="1"/>
        </p:nvSpPr>
        <p:spPr>
          <a:xfrm>
            <a:off x="2135560" y="3645024"/>
            <a:ext cx="2736304" cy="45719"/>
          </a:xfrm>
          <a:prstGeom prst="rect">
            <a:avLst/>
          </a:prstGeom>
          <a:solidFill>
            <a:schemeClr val="bg1"/>
          </a:solidFill>
          <a:ln>
            <a:noFill/>
          </a:ln>
          <a:effectLst>
            <a:reflection blurRad="6350" stA="50000" endA="300" endPos="38500" dist="50800" dir="5400000" sy="-100000" algn="bl" rotWithShape="0"/>
          </a:effectLst>
        </p:spPr>
        <p:style>
          <a:lnRef idx="2">
            <a:schemeClr val="accent1">
              <a:shade val="50000"/>
            </a:schemeClr>
          </a:lnRef>
          <a:fillRef idx="1002">
            <a:schemeClr val="lt2"/>
          </a:fillRef>
          <a:effectRef idx="0">
            <a:schemeClr val="accent1"/>
          </a:effectRef>
          <a:fontRef idx="minor">
            <a:schemeClr val="lt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ubtema">
    <p:spTree>
      <p:nvGrpSpPr>
        <p:cNvPr id="1" name=""/>
        <p:cNvGrpSpPr/>
        <p:nvPr/>
      </p:nvGrpSpPr>
      <p:grpSpPr>
        <a:xfrm>
          <a:off x="0" y="0"/>
          <a:ext cx="0" cy="0"/>
          <a:chOff x="0" y="0"/>
          <a:chExt cx="0" cy="0"/>
        </a:xfrm>
      </p:grpSpPr>
      <p:pic>
        <p:nvPicPr>
          <p:cNvPr id="8" name="Imagen 7"/>
          <p:cNvPicPr>
            <a:picLocks noChangeAspect="1"/>
          </p:cNvPicPr>
          <p:nvPr userDrawn="1"/>
        </p:nvPicPr>
        <p:blipFill rotWithShape="1">
          <a:blip r:embed="rId2" cstate="screen"/>
          <a:srcRect/>
          <a:stretch>
            <a:fillRect/>
          </a:stretch>
        </p:blipFill>
        <p:spPr>
          <a:xfrm>
            <a:off x="0" y="1268760"/>
            <a:ext cx="12192000" cy="5589240"/>
          </a:xfrm>
          <a:prstGeom prst="rect">
            <a:avLst/>
          </a:prstGeom>
        </p:spPr>
      </p:pic>
      <p:sp>
        <p:nvSpPr>
          <p:cNvPr id="2" name="1 Título"/>
          <p:cNvSpPr>
            <a:spLocks noGrp="1"/>
          </p:cNvSpPr>
          <p:nvPr>
            <p:ph type="title"/>
          </p:nvPr>
        </p:nvSpPr>
        <p:spPr>
          <a:xfrm>
            <a:off x="2068959" y="3717032"/>
            <a:ext cx="8398636" cy="1362075"/>
          </a:xfrm>
        </p:spPr>
        <p:txBody>
          <a:bodyPr anchor="t">
            <a:normAutofit/>
          </a:bodyPr>
          <a:lstStyle>
            <a:lvl1pPr marL="0" indent="0" algn="l" defTabSz="914400" rtl="0" eaLnBrk="1" fontAlgn="base" latinLnBrk="0" hangingPunct="1">
              <a:spcBef>
                <a:spcPct val="20000"/>
              </a:spcBef>
              <a:spcAft>
                <a:spcPct val="0"/>
              </a:spcAft>
              <a:buFont typeface="Arial" panose="020B0604020202020204" pitchFamily="34" charset="0"/>
              <a:buNone/>
              <a:defRPr lang="es-CO" sz="2800" kern="1200" dirty="0" smtClean="0">
                <a:solidFill>
                  <a:schemeClr val="bg1"/>
                </a:solidFill>
                <a:latin typeface="+mn-lt"/>
                <a:ea typeface="+mn-ea"/>
                <a:cs typeface="Arial" panose="020B0604020202020204" pitchFamily="34" charset="0"/>
              </a:defRPr>
            </a:lvl1pPr>
          </a:lstStyle>
          <a:p>
            <a:r>
              <a:rPr lang="es-ES"/>
              <a:t>Haga clic para modificar el estilo de título del patrón</a:t>
            </a:r>
            <a:endParaRPr lang="es-CO"/>
          </a:p>
        </p:txBody>
      </p:sp>
      <p:sp>
        <p:nvSpPr>
          <p:cNvPr id="3" name="2 Marcador de texto"/>
          <p:cNvSpPr>
            <a:spLocks noGrp="1"/>
          </p:cNvSpPr>
          <p:nvPr>
            <p:ph type="body" idx="1" hasCustomPrompt="1"/>
          </p:nvPr>
        </p:nvSpPr>
        <p:spPr>
          <a:xfrm>
            <a:off x="2068959" y="2132855"/>
            <a:ext cx="8398636" cy="1500187"/>
          </a:xfrm>
        </p:spPr>
        <p:txBody>
          <a:bodyPr anchor="b">
            <a:normAutofit/>
          </a:bodyPr>
          <a:lstStyle>
            <a:lvl1pPr marL="0" indent="0" algn="l" defTabSz="914400" rtl="0" eaLnBrk="1" fontAlgn="base" latinLnBrk="0" hangingPunct="1">
              <a:spcBef>
                <a:spcPct val="0"/>
              </a:spcBef>
              <a:spcAft>
                <a:spcPct val="0"/>
              </a:spcAft>
              <a:buNone/>
              <a:defRPr lang="es-ES" sz="3600" b="1" kern="1200" cap="none" dirty="0" smtClean="0">
                <a:solidFill>
                  <a:schemeClr val="bg1"/>
                </a:solidFill>
                <a:latin typeface="+mj-lt"/>
                <a:ea typeface="MS PGothic" pitchFamily="-84" charset="-128"/>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12" name="2 Marcador de texto"/>
          <p:cNvSpPr>
            <a:spLocks noGrp="1"/>
          </p:cNvSpPr>
          <p:nvPr>
            <p:ph type="body" idx="10" hasCustomPrompt="1"/>
          </p:nvPr>
        </p:nvSpPr>
        <p:spPr>
          <a:xfrm>
            <a:off x="263352" y="2288853"/>
            <a:ext cx="1294524" cy="1500187"/>
          </a:xfrm>
        </p:spPr>
        <p:txBody>
          <a:bodyPr anchor="b">
            <a:noAutofit/>
          </a:bodyPr>
          <a:lstStyle>
            <a:lvl1pPr marL="0" indent="0" algn="ctr" defTabSz="914400" rtl="0" eaLnBrk="1" fontAlgn="base" latinLnBrk="0" hangingPunct="1">
              <a:spcBef>
                <a:spcPct val="0"/>
              </a:spcBef>
              <a:spcAft>
                <a:spcPct val="0"/>
              </a:spcAft>
              <a:buNone/>
              <a:defRPr lang="es-ES" sz="5400" b="1" kern="1200" cap="none" dirty="0" smtClean="0">
                <a:solidFill>
                  <a:schemeClr val="bg1"/>
                </a:solidFill>
                <a:latin typeface="+mj-lt"/>
                <a:ea typeface="MS PGothic" pitchFamily="-84" charset="-128"/>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6" name="Rectángulo 5"/>
          <p:cNvSpPr/>
          <p:nvPr userDrawn="1"/>
        </p:nvSpPr>
        <p:spPr>
          <a:xfrm>
            <a:off x="2135560" y="3645024"/>
            <a:ext cx="2736304" cy="45719"/>
          </a:xfrm>
          <a:prstGeom prst="rect">
            <a:avLst/>
          </a:prstGeom>
          <a:solidFill>
            <a:schemeClr val="bg1"/>
          </a:solidFill>
          <a:ln>
            <a:noFill/>
          </a:ln>
          <a:effectLst>
            <a:reflection blurRad="6350" stA="50000" endA="300" endPos="38500" dist="50800" dir="5400000" sy="-100000" algn="bl" rotWithShape="0"/>
          </a:effectLst>
        </p:spPr>
        <p:style>
          <a:lnRef idx="2">
            <a:schemeClr val="accent1">
              <a:shade val="50000"/>
            </a:schemeClr>
          </a:lnRef>
          <a:fillRef idx="1002">
            <a:schemeClr val="lt2"/>
          </a:fillRef>
          <a:effectRef idx="0">
            <a:schemeClr val="accent1"/>
          </a:effectRef>
          <a:fontRef idx="minor">
            <a:schemeClr val="lt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pic>
        <p:nvPicPr>
          <p:cNvPr id="7" name="Imagen 6"/>
          <p:cNvPicPr>
            <a:picLocks noChangeAspect="1"/>
          </p:cNvPicPr>
          <p:nvPr userDrawn="1"/>
        </p:nvPicPr>
        <p:blipFill rotWithShape="1">
          <a:blip r:embed="rId2" cstate="email"/>
          <a:srcRect/>
          <a:stretch>
            <a:fillRect/>
          </a:stretch>
        </p:blipFill>
        <p:spPr>
          <a:xfrm>
            <a:off x="0" y="0"/>
            <a:ext cx="12192000" cy="908720"/>
          </a:xfrm>
          <a:prstGeom prst="rect">
            <a:avLst/>
          </a:prstGeom>
        </p:spPr>
      </p:pic>
      <p:sp>
        <p:nvSpPr>
          <p:cNvPr id="3" name="2 Marcador de contenido"/>
          <p:cNvSpPr>
            <a:spLocks noGrp="1"/>
          </p:cNvSpPr>
          <p:nvPr>
            <p:ph sz="half" idx="1" hasCustomPrompt="1"/>
          </p:nvPr>
        </p:nvSpPr>
        <p:spPr>
          <a:xfrm>
            <a:off x="431370" y="1484784"/>
            <a:ext cx="11065229" cy="5001419"/>
          </a:xfrm>
        </p:spPr>
        <p:txBody>
          <a:bodyPr/>
          <a:lstStyle>
            <a:lvl1pPr>
              <a:defRPr lang="es-ES" sz="2400" kern="1200" dirty="0" smtClean="0">
                <a:solidFill>
                  <a:srgbClr val="215968"/>
                </a:solidFill>
                <a:latin typeface="+mj-lt"/>
                <a:ea typeface="MS PGothic" pitchFamily="-84" charset="-128"/>
                <a:cs typeface="Arial" panose="020B0604020202020204" pitchFamily="34" charset="0"/>
              </a:defRPr>
            </a:lvl1pPr>
            <a:lvl2pPr>
              <a:defRPr lang="es-ES" sz="2200" kern="1200" dirty="0" smtClean="0">
                <a:solidFill>
                  <a:schemeClr val="tx1">
                    <a:lumMod val="75000"/>
                    <a:lumOff val="25000"/>
                  </a:schemeClr>
                </a:solidFill>
                <a:latin typeface="+mn-lt"/>
                <a:ea typeface="MS PGothic" pitchFamily="-84" charset="-128"/>
                <a:cs typeface="Arial" panose="020B0604020202020204" pitchFamily="34" charset="0"/>
              </a:defRPr>
            </a:lvl2pPr>
            <a:lvl3pPr>
              <a:defRPr lang="es-ES" sz="2200" kern="1200" dirty="0" smtClean="0">
                <a:solidFill>
                  <a:schemeClr val="tx1">
                    <a:lumMod val="75000"/>
                    <a:lumOff val="25000"/>
                  </a:schemeClr>
                </a:solidFill>
                <a:latin typeface="+mn-lt"/>
                <a:ea typeface="+mn-ea"/>
                <a:cs typeface="Arial" panose="020B0604020202020204" pitchFamily="34" charset="0"/>
              </a:defRPr>
            </a:lvl3pPr>
            <a:lvl4pPr>
              <a:defRPr lang="es-ES" sz="2000" kern="1200" dirty="0" smtClean="0">
                <a:solidFill>
                  <a:schemeClr val="tx1">
                    <a:lumMod val="75000"/>
                    <a:lumOff val="25000"/>
                  </a:schemeClr>
                </a:solidFill>
                <a:latin typeface="+mn-lt"/>
                <a:ea typeface="+mn-ea"/>
                <a:cs typeface="Arial" panose="020B0604020202020204" pitchFamily="34" charset="0"/>
              </a:defRPr>
            </a:lvl4pPr>
            <a:lvl5pPr>
              <a:defRPr sz="2000">
                <a:solidFill>
                  <a:schemeClr val="tx1">
                    <a:lumMod val="75000"/>
                    <a:lumOff val="25000"/>
                  </a:schemeClr>
                </a:solidFill>
                <a:latin typeface="+mn-lt"/>
                <a:cs typeface="Arial" panose="020B0604020202020204" pitchFamily="34" charset="0"/>
              </a:defRPr>
            </a:lvl5pPr>
            <a:lvl6pPr>
              <a:defRPr sz="1800"/>
            </a:lvl6pPr>
            <a:lvl7pPr>
              <a:defRPr sz="1800"/>
            </a:lvl7pPr>
            <a:lvl8pPr>
              <a:defRPr sz="1800"/>
            </a:lvl8pPr>
            <a:lvl9pPr>
              <a:defRPr sz="1800"/>
            </a:lvl9pPr>
          </a:lstStyle>
          <a:p>
            <a:pPr marL="342900" lvl="0" indent="-342900" algn="just" defTabSz="914400" rtl="0" eaLnBrk="1" fontAlgn="base" latinLnBrk="0" hangingPunct="1">
              <a:spcBef>
                <a:spcPct val="20000"/>
              </a:spcBef>
              <a:spcAft>
                <a:spcPct val="0"/>
              </a:spcAft>
              <a:buFont typeface="Arial" panose="020B0604020202020204" pitchFamily="34" charset="0"/>
              <a:buChar char="•"/>
            </a:pPr>
            <a:r>
              <a:rPr lang="es-ES"/>
              <a:t>Haga clic para modificar el estilo de texto del patrón</a:t>
            </a:r>
          </a:p>
          <a:p>
            <a:pPr marL="742950" lvl="1" indent="-285750" algn="just" defTabSz="914400" rtl="0" eaLnBrk="1" fontAlgn="base" latinLnBrk="0" hangingPunct="1">
              <a:spcBef>
                <a:spcPct val="20000"/>
              </a:spcBef>
              <a:spcAft>
                <a:spcPct val="0"/>
              </a:spcAft>
              <a:buFont typeface="Arial" panose="020B0604020202020204" pitchFamily="34" charset="0"/>
              <a:buChar char="–"/>
            </a:pPr>
            <a:r>
              <a:rPr lang="es-ES"/>
              <a:t>Segundo nivel</a:t>
            </a:r>
          </a:p>
          <a:p>
            <a:pPr marL="1143000" lvl="2" indent="-228600" algn="just" defTabSz="914400" rtl="0" eaLnBrk="1" fontAlgn="base" latinLnBrk="0" hangingPunct="1">
              <a:spcBef>
                <a:spcPct val="20000"/>
              </a:spcBef>
              <a:spcAft>
                <a:spcPct val="0"/>
              </a:spcAft>
              <a:buFont typeface="Arial" panose="020B0604020202020204" pitchFamily="34" charset="0"/>
              <a:buChar char="•"/>
            </a:pPr>
            <a:r>
              <a:rPr lang="es-ES"/>
              <a:t>Tercer nivel</a:t>
            </a:r>
          </a:p>
          <a:p>
            <a:pPr marL="1600200" lvl="3" indent="-228600" algn="l" defTabSz="914400" rtl="0" eaLnBrk="1" fontAlgn="base" latinLnBrk="0" hangingPunct="1">
              <a:spcBef>
                <a:spcPct val="20000"/>
              </a:spcBef>
              <a:spcAft>
                <a:spcPct val="0"/>
              </a:spcAft>
              <a:buFont typeface="Arial" panose="020B0604020202020204" pitchFamily="34" charset="0"/>
              <a:buChar char="–"/>
            </a:pPr>
            <a:r>
              <a:rPr lang="es-ES"/>
              <a:t>Cuarto nivel</a:t>
            </a:r>
          </a:p>
          <a:p>
            <a:pPr lvl="4"/>
            <a:r>
              <a:rPr lang="es-ES"/>
              <a:t>Quinto nivel</a:t>
            </a:r>
            <a:endParaRPr lang="es-CO"/>
          </a:p>
        </p:txBody>
      </p:sp>
      <p:sp>
        <p:nvSpPr>
          <p:cNvPr id="9" name="1 Título"/>
          <p:cNvSpPr>
            <a:spLocks noGrp="1"/>
          </p:cNvSpPr>
          <p:nvPr>
            <p:ph type="title"/>
          </p:nvPr>
        </p:nvSpPr>
        <p:spPr>
          <a:xfrm>
            <a:off x="216023" y="371796"/>
            <a:ext cx="11064553" cy="464915"/>
          </a:xfrm>
        </p:spPr>
        <p:txBody>
          <a:bodyPr>
            <a:noAutofit/>
          </a:bodyPr>
          <a:lstStyle>
            <a:lvl1pPr algn="l">
              <a:defRPr sz="3000" b="0">
                <a:solidFill>
                  <a:schemeClr val="bg1"/>
                </a:solidFill>
                <a:latin typeface="+mj-lt"/>
                <a:cs typeface="Arial" panose="020B0604020202020204" pitchFamily="34" charset="0"/>
              </a:defRPr>
            </a:lvl1pPr>
          </a:lstStyle>
          <a:p>
            <a:r>
              <a:rPr lang="es-ES"/>
              <a:t>Haga clic para modificar el estilo de título del patrón</a:t>
            </a:r>
            <a:endParaRPr lang="es-CO"/>
          </a:p>
        </p:txBody>
      </p:sp>
      <p:pic>
        <p:nvPicPr>
          <p:cNvPr id="6" name="Imagen 5"/>
          <p:cNvPicPr>
            <a:picLocks noChangeAspect="1"/>
          </p:cNvPicPr>
          <p:nvPr userDrawn="1"/>
        </p:nvPicPr>
        <p:blipFill rotWithShape="1">
          <a:blip r:embed="rId3" cstate="email"/>
          <a:srcRect/>
          <a:stretch>
            <a:fillRect/>
          </a:stretch>
        </p:blipFill>
        <p:spPr>
          <a:xfrm>
            <a:off x="0" y="6381328"/>
            <a:ext cx="1487488" cy="47667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7" name="Imagen 6"/>
          <p:cNvPicPr>
            <a:picLocks noChangeAspect="1"/>
          </p:cNvPicPr>
          <p:nvPr userDrawn="1"/>
        </p:nvPicPr>
        <p:blipFill rotWithShape="1">
          <a:blip r:embed="rId2" cstate="email"/>
          <a:srcRect/>
          <a:stretch>
            <a:fillRect/>
          </a:stretch>
        </p:blipFill>
        <p:spPr>
          <a:xfrm>
            <a:off x="0" y="0"/>
            <a:ext cx="12192000" cy="908720"/>
          </a:xfrm>
          <a:prstGeom prst="rect">
            <a:avLst/>
          </a:prstGeom>
        </p:spPr>
      </p:pic>
      <p:sp>
        <p:nvSpPr>
          <p:cNvPr id="3" name="2 Marcador de contenido"/>
          <p:cNvSpPr>
            <a:spLocks noGrp="1"/>
          </p:cNvSpPr>
          <p:nvPr>
            <p:ph sz="half" idx="1" hasCustomPrompt="1"/>
          </p:nvPr>
        </p:nvSpPr>
        <p:spPr>
          <a:xfrm>
            <a:off x="431371" y="1484784"/>
            <a:ext cx="5472608" cy="5001419"/>
          </a:xfrm>
        </p:spPr>
        <p:txBody>
          <a:bodyPr/>
          <a:lstStyle>
            <a:lvl1pPr>
              <a:defRPr lang="es-ES" sz="2400" kern="1200" dirty="0" smtClean="0">
                <a:solidFill>
                  <a:srgbClr val="215968"/>
                </a:solidFill>
                <a:latin typeface="+mj-lt"/>
                <a:ea typeface="MS PGothic" pitchFamily="-84" charset="-128"/>
                <a:cs typeface="Arial" panose="020B0604020202020204" pitchFamily="34" charset="0"/>
              </a:defRPr>
            </a:lvl1pPr>
            <a:lvl2pPr>
              <a:defRPr lang="es-ES" sz="2200" kern="1200" dirty="0" smtClean="0">
                <a:solidFill>
                  <a:schemeClr val="tx1">
                    <a:lumMod val="75000"/>
                    <a:lumOff val="25000"/>
                  </a:schemeClr>
                </a:solidFill>
                <a:latin typeface="+mn-lt"/>
                <a:ea typeface="MS PGothic" pitchFamily="-84" charset="-128"/>
                <a:cs typeface="Arial" panose="020B0604020202020204" pitchFamily="34" charset="0"/>
              </a:defRPr>
            </a:lvl2pPr>
            <a:lvl3pPr>
              <a:defRPr lang="es-ES" sz="2200" kern="1200" dirty="0" smtClean="0">
                <a:solidFill>
                  <a:schemeClr val="tx1">
                    <a:lumMod val="75000"/>
                    <a:lumOff val="25000"/>
                  </a:schemeClr>
                </a:solidFill>
                <a:latin typeface="+mn-lt"/>
                <a:ea typeface="+mn-ea"/>
                <a:cs typeface="Arial" panose="020B0604020202020204" pitchFamily="34" charset="0"/>
              </a:defRPr>
            </a:lvl3pPr>
            <a:lvl4pPr>
              <a:defRPr lang="es-ES" sz="2000" kern="1200" dirty="0" smtClean="0">
                <a:solidFill>
                  <a:schemeClr val="tx1">
                    <a:lumMod val="75000"/>
                    <a:lumOff val="25000"/>
                  </a:schemeClr>
                </a:solidFill>
                <a:latin typeface="+mn-lt"/>
                <a:ea typeface="+mn-ea"/>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800"/>
            </a:lvl6pPr>
            <a:lvl7pPr>
              <a:defRPr sz="1800"/>
            </a:lvl7pPr>
            <a:lvl8pPr>
              <a:defRPr sz="1800"/>
            </a:lvl8pPr>
            <a:lvl9pPr>
              <a:defRPr sz="1800"/>
            </a:lvl9pPr>
          </a:lstStyle>
          <a:p>
            <a:pPr marL="342900" lvl="0" indent="-342900" algn="just" defTabSz="914400" rtl="0" eaLnBrk="1" fontAlgn="base" latinLnBrk="0" hangingPunct="1">
              <a:spcBef>
                <a:spcPct val="20000"/>
              </a:spcBef>
              <a:spcAft>
                <a:spcPct val="0"/>
              </a:spcAft>
              <a:buFont typeface="Arial" panose="020B0604020202020204" pitchFamily="34" charset="0"/>
              <a:buChar char="•"/>
            </a:pPr>
            <a:r>
              <a:rPr lang="es-ES"/>
              <a:t>Haga clic para modificar el estilo de texto del patrón</a:t>
            </a:r>
          </a:p>
          <a:p>
            <a:pPr marL="742950" lvl="1" indent="-285750" algn="just" defTabSz="914400" rtl="0" eaLnBrk="1" fontAlgn="base" latinLnBrk="0" hangingPunct="1">
              <a:spcBef>
                <a:spcPct val="20000"/>
              </a:spcBef>
              <a:spcAft>
                <a:spcPct val="0"/>
              </a:spcAft>
              <a:buFont typeface="Arial" panose="020B0604020202020204" pitchFamily="34" charset="0"/>
              <a:buChar char="–"/>
            </a:pPr>
            <a:r>
              <a:rPr lang="es-ES"/>
              <a:t>Segundo nivel</a:t>
            </a:r>
          </a:p>
          <a:p>
            <a:pPr marL="1143000" lvl="2" indent="-228600" algn="just" defTabSz="914400" rtl="0" eaLnBrk="1" fontAlgn="base" latinLnBrk="0" hangingPunct="1">
              <a:spcBef>
                <a:spcPct val="20000"/>
              </a:spcBef>
              <a:spcAft>
                <a:spcPct val="0"/>
              </a:spcAft>
              <a:buFont typeface="Arial" panose="020B0604020202020204" pitchFamily="34" charset="0"/>
              <a:buChar char="•"/>
            </a:pPr>
            <a:r>
              <a:rPr lang="es-ES"/>
              <a:t>Tercer nivel</a:t>
            </a:r>
          </a:p>
          <a:p>
            <a:pPr marL="1600200" lvl="3" indent="-228600" algn="l" defTabSz="914400" rtl="0" eaLnBrk="1" fontAlgn="base" latinLnBrk="0" hangingPunct="1">
              <a:spcBef>
                <a:spcPct val="20000"/>
              </a:spcBef>
              <a:spcAft>
                <a:spcPct val="0"/>
              </a:spcAft>
              <a:buFont typeface="Arial" panose="020B0604020202020204" pitchFamily="34" charset="0"/>
              <a:buChar char="–"/>
            </a:pPr>
            <a:r>
              <a:rPr lang="es-ES"/>
              <a:t>Cuarto nivel</a:t>
            </a:r>
          </a:p>
          <a:p>
            <a:pPr lvl="4"/>
            <a:r>
              <a:rPr lang="es-ES"/>
              <a:t>Quinto nivel</a:t>
            </a:r>
            <a:endParaRPr lang="es-CO"/>
          </a:p>
        </p:txBody>
      </p:sp>
      <p:sp>
        <p:nvSpPr>
          <p:cNvPr id="4" name="3 Marcador de contenido"/>
          <p:cNvSpPr>
            <a:spLocks noGrp="1"/>
          </p:cNvSpPr>
          <p:nvPr>
            <p:ph sz="half" idx="2" hasCustomPrompt="1"/>
          </p:nvPr>
        </p:nvSpPr>
        <p:spPr>
          <a:xfrm>
            <a:off x="6384032" y="1484784"/>
            <a:ext cx="5376597" cy="5001419"/>
          </a:xfrm>
        </p:spPr>
        <p:txBody>
          <a:bodyPr/>
          <a:lstStyle>
            <a:lvl1pPr>
              <a:defRPr lang="es-ES" sz="2400" kern="1200" dirty="0" smtClean="0">
                <a:solidFill>
                  <a:srgbClr val="215968"/>
                </a:solidFill>
                <a:latin typeface="+mj-lt"/>
                <a:ea typeface="MS PGothic" pitchFamily="-84" charset="-128"/>
                <a:cs typeface="Arial" panose="020B0604020202020204" pitchFamily="34" charset="0"/>
              </a:defRPr>
            </a:lvl1pPr>
            <a:lvl2pPr>
              <a:defRPr lang="es-ES" sz="2200" kern="1200" dirty="0" smtClean="0">
                <a:solidFill>
                  <a:schemeClr val="tx1">
                    <a:lumMod val="75000"/>
                    <a:lumOff val="25000"/>
                  </a:schemeClr>
                </a:solidFill>
                <a:latin typeface="+mn-lt"/>
                <a:ea typeface="MS PGothic" pitchFamily="-84" charset="-128"/>
                <a:cs typeface="Arial" panose="020B0604020202020204" pitchFamily="34" charset="0"/>
              </a:defRPr>
            </a:lvl2pPr>
            <a:lvl3pPr>
              <a:defRPr lang="es-ES" sz="2200" kern="1200" dirty="0" smtClean="0">
                <a:solidFill>
                  <a:schemeClr val="tx1">
                    <a:lumMod val="75000"/>
                    <a:lumOff val="25000"/>
                  </a:schemeClr>
                </a:solidFill>
                <a:latin typeface="+mn-lt"/>
                <a:ea typeface="+mn-ea"/>
                <a:cs typeface="Arial" panose="020B0604020202020204" pitchFamily="34" charset="0"/>
              </a:defRPr>
            </a:lvl3pPr>
            <a:lvl4pPr>
              <a:defRPr lang="es-ES" sz="2200" kern="1200" dirty="0" smtClean="0">
                <a:solidFill>
                  <a:schemeClr val="tx1">
                    <a:lumMod val="75000"/>
                    <a:lumOff val="25000"/>
                  </a:schemeClr>
                </a:solidFill>
                <a:latin typeface="+mn-lt"/>
                <a:ea typeface="+mn-ea"/>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800"/>
            </a:lvl6pPr>
            <a:lvl7pPr>
              <a:defRPr sz="1800"/>
            </a:lvl7pPr>
            <a:lvl8pPr>
              <a:defRPr sz="1800"/>
            </a:lvl8pPr>
            <a:lvl9pPr>
              <a:defRPr sz="1800"/>
            </a:lvl9pPr>
          </a:lstStyle>
          <a:p>
            <a:pPr marL="342900" lvl="0" indent="-342900" algn="just" defTabSz="914400" rtl="0" eaLnBrk="1" fontAlgn="base" latinLnBrk="0" hangingPunct="1">
              <a:spcBef>
                <a:spcPct val="20000"/>
              </a:spcBef>
              <a:spcAft>
                <a:spcPct val="0"/>
              </a:spcAft>
              <a:buFont typeface="Arial" panose="020B0604020202020204" pitchFamily="34" charset="0"/>
              <a:buChar char="•"/>
            </a:pPr>
            <a:r>
              <a:rPr lang="es-ES"/>
              <a:t>Haga clic para modificar el estilo de texto del patrón</a:t>
            </a:r>
          </a:p>
          <a:p>
            <a:pPr marL="742950" lvl="1" indent="-285750" algn="just" defTabSz="914400" rtl="0" eaLnBrk="1" fontAlgn="base" latinLnBrk="0" hangingPunct="1">
              <a:spcBef>
                <a:spcPct val="20000"/>
              </a:spcBef>
              <a:spcAft>
                <a:spcPct val="0"/>
              </a:spcAft>
              <a:buFont typeface="Arial" panose="020B0604020202020204" pitchFamily="34" charset="0"/>
              <a:buChar char="–"/>
            </a:pPr>
            <a:r>
              <a:rPr lang="es-ES"/>
              <a:t>Segundo nivel</a:t>
            </a:r>
          </a:p>
          <a:p>
            <a:pPr marL="1143000" lvl="2" indent="-228600" algn="just" defTabSz="914400" rtl="0" eaLnBrk="1" fontAlgn="base" latinLnBrk="0" hangingPunct="1">
              <a:spcBef>
                <a:spcPct val="20000"/>
              </a:spcBef>
              <a:spcAft>
                <a:spcPct val="0"/>
              </a:spcAft>
              <a:buFont typeface="Arial" panose="020B0604020202020204" pitchFamily="34" charset="0"/>
              <a:buChar char="•"/>
            </a:pPr>
            <a:r>
              <a:rPr lang="es-ES"/>
              <a:t>Tercer nivel</a:t>
            </a:r>
          </a:p>
          <a:p>
            <a:pPr marL="1600200" lvl="3" indent="-228600" algn="l" defTabSz="914400" rtl="0" eaLnBrk="1" fontAlgn="base" latinLnBrk="0" hangingPunct="1">
              <a:spcBef>
                <a:spcPct val="20000"/>
              </a:spcBef>
              <a:spcAft>
                <a:spcPct val="0"/>
              </a:spcAft>
              <a:buFont typeface="Arial" panose="020B0604020202020204" pitchFamily="34" charset="0"/>
              <a:buChar char="–"/>
            </a:pPr>
            <a:r>
              <a:rPr lang="es-ES"/>
              <a:t>Cuarto nivel</a:t>
            </a:r>
          </a:p>
          <a:p>
            <a:pPr lvl="4"/>
            <a:r>
              <a:rPr lang="es-ES"/>
              <a:t>Quinto nivel</a:t>
            </a:r>
            <a:endParaRPr lang="es-CO"/>
          </a:p>
        </p:txBody>
      </p:sp>
      <p:sp>
        <p:nvSpPr>
          <p:cNvPr id="8" name="1 Título"/>
          <p:cNvSpPr>
            <a:spLocks noGrp="1"/>
          </p:cNvSpPr>
          <p:nvPr>
            <p:ph type="title"/>
          </p:nvPr>
        </p:nvSpPr>
        <p:spPr>
          <a:xfrm>
            <a:off x="216023" y="371796"/>
            <a:ext cx="11064553" cy="464915"/>
          </a:xfrm>
        </p:spPr>
        <p:txBody>
          <a:bodyPr>
            <a:noAutofit/>
          </a:bodyPr>
          <a:lstStyle>
            <a:lvl1pPr algn="l">
              <a:defRPr sz="3000" b="0">
                <a:solidFill>
                  <a:schemeClr val="bg1"/>
                </a:solidFill>
                <a:latin typeface="+mj-lt"/>
                <a:cs typeface="Arial" panose="020B0604020202020204" pitchFamily="34" charset="0"/>
              </a:defRPr>
            </a:lvl1pPr>
          </a:lstStyle>
          <a:p>
            <a:r>
              <a:rPr lang="es-ES"/>
              <a:t>Haga clic para modificar el estilo de título del patrón</a:t>
            </a:r>
            <a:endParaRPr lang="es-CO"/>
          </a:p>
        </p:txBody>
      </p:sp>
      <p:pic>
        <p:nvPicPr>
          <p:cNvPr id="10" name="Imagen 9"/>
          <p:cNvPicPr>
            <a:picLocks noChangeAspect="1"/>
          </p:cNvPicPr>
          <p:nvPr userDrawn="1"/>
        </p:nvPicPr>
        <p:blipFill rotWithShape="1">
          <a:blip r:embed="rId3" cstate="email"/>
          <a:srcRect/>
          <a:stretch>
            <a:fillRect/>
          </a:stretch>
        </p:blipFill>
        <p:spPr>
          <a:xfrm>
            <a:off x="0" y="6381328"/>
            <a:ext cx="1487488" cy="47667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pic>
        <p:nvPicPr>
          <p:cNvPr id="7" name="Imagen 6"/>
          <p:cNvPicPr>
            <a:picLocks noChangeAspect="1"/>
          </p:cNvPicPr>
          <p:nvPr userDrawn="1"/>
        </p:nvPicPr>
        <p:blipFill rotWithShape="1">
          <a:blip r:embed="rId2" cstate="email"/>
          <a:srcRect/>
          <a:stretch>
            <a:fillRect/>
          </a:stretch>
        </p:blipFill>
        <p:spPr>
          <a:xfrm>
            <a:off x="0" y="0"/>
            <a:ext cx="12192000" cy="908720"/>
          </a:xfrm>
          <a:prstGeom prst="rect">
            <a:avLst/>
          </a:prstGeom>
        </p:spPr>
      </p:pic>
      <p:sp>
        <p:nvSpPr>
          <p:cNvPr id="3" name="2 Marcador de texto"/>
          <p:cNvSpPr>
            <a:spLocks noGrp="1"/>
          </p:cNvSpPr>
          <p:nvPr>
            <p:ph type="body" idx="1" hasCustomPrompt="1"/>
          </p:nvPr>
        </p:nvSpPr>
        <p:spPr>
          <a:xfrm>
            <a:off x="335360" y="1196752"/>
            <a:ext cx="5661157" cy="743694"/>
          </a:xfrm>
          <a:solidFill>
            <a:schemeClr val="accent1">
              <a:lumMod val="40000"/>
              <a:lumOff val="60000"/>
            </a:schemeClr>
          </a:solidFill>
        </p:spPr>
        <p:txBody>
          <a:bodyPr anchor="ctr">
            <a:noAutofit/>
          </a:bodyPr>
          <a:lstStyle>
            <a:lvl1pPr marL="0" indent="0">
              <a:buNone/>
              <a:defRPr lang="es-ES" sz="2600" kern="1200" dirty="0" smtClean="0">
                <a:solidFill>
                  <a:schemeClr val="tx2"/>
                </a:solidFill>
                <a:latin typeface="+mj-lt"/>
                <a:ea typeface="MS PGothic" pitchFamily="-84" charset="-128"/>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hasCustomPrompt="1"/>
          </p:nvPr>
        </p:nvSpPr>
        <p:spPr>
          <a:xfrm>
            <a:off x="335360" y="2052538"/>
            <a:ext cx="5661157" cy="4184774"/>
          </a:xfrm>
        </p:spPr>
        <p:txBody>
          <a:bodyPr>
            <a:normAutofit/>
          </a:bodyPr>
          <a:lstStyle>
            <a:lvl1pPr>
              <a:defRPr sz="2200">
                <a:solidFill>
                  <a:schemeClr val="tx1">
                    <a:lumMod val="75000"/>
                    <a:lumOff val="25000"/>
                  </a:schemeClr>
                </a:solidFill>
                <a:latin typeface="+mn-lt"/>
                <a:cs typeface="Arial" panose="020B0604020202020204" pitchFamily="34" charset="0"/>
              </a:defRPr>
            </a:lvl1pPr>
            <a:lvl2pPr>
              <a:defRPr sz="2200">
                <a:solidFill>
                  <a:schemeClr val="tx1">
                    <a:lumMod val="75000"/>
                    <a:lumOff val="25000"/>
                  </a:schemeClr>
                </a:solidFill>
                <a:latin typeface="+mn-lt"/>
                <a:cs typeface="Arial" panose="020B0604020202020204" pitchFamily="34" charset="0"/>
              </a:defRPr>
            </a:lvl2pPr>
            <a:lvl3pPr>
              <a:defRPr sz="2200">
                <a:solidFill>
                  <a:schemeClr val="tx1">
                    <a:lumMod val="75000"/>
                    <a:lumOff val="25000"/>
                  </a:schemeClr>
                </a:solidFill>
                <a:latin typeface="+mn-lt"/>
                <a:cs typeface="Arial" panose="020B0604020202020204" pitchFamily="34" charset="0"/>
              </a:defRPr>
            </a:lvl3pPr>
            <a:lvl4pP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hasCustomPrompt="1"/>
          </p:nvPr>
        </p:nvSpPr>
        <p:spPr>
          <a:xfrm>
            <a:off x="6193368" y="1196752"/>
            <a:ext cx="5663273" cy="743694"/>
          </a:xfrm>
          <a:solidFill>
            <a:schemeClr val="accent1">
              <a:lumMod val="40000"/>
              <a:lumOff val="60000"/>
            </a:schemeClr>
          </a:solidFill>
        </p:spPr>
        <p:txBody>
          <a:bodyPr anchor="ctr">
            <a:noAutofit/>
          </a:bodyPr>
          <a:lstStyle>
            <a:lvl1pPr marL="0" indent="0">
              <a:buNone/>
              <a:defRPr lang="es-ES" sz="2400" kern="1200" dirty="0" smtClean="0">
                <a:solidFill>
                  <a:schemeClr val="tx2"/>
                </a:solidFill>
                <a:latin typeface="+mj-lt"/>
                <a:ea typeface="MS PGothic" pitchFamily="-84" charset="-128"/>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anose="020B0604020202020204" pitchFamily="34" charset="0"/>
              <a:buNone/>
            </a:pPr>
            <a:r>
              <a:rPr lang="es-ES"/>
              <a:t>Haga clic para modificar el estilo de texto del patrón</a:t>
            </a:r>
          </a:p>
        </p:txBody>
      </p:sp>
      <p:sp>
        <p:nvSpPr>
          <p:cNvPr id="6" name="5 Marcador de contenido"/>
          <p:cNvSpPr>
            <a:spLocks noGrp="1"/>
          </p:cNvSpPr>
          <p:nvPr>
            <p:ph sz="quarter" idx="4" hasCustomPrompt="1"/>
          </p:nvPr>
        </p:nvSpPr>
        <p:spPr>
          <a:xfrm>
            <a:off x="6193368" y="2052538"/>
            <a:ext cx="5663273" cy="4184774"/>
          </a:xfrm>
        </p:spPr>
        <p:txBody>
          <a:bodyPr>
            <a:normAutofit/>
          </a:bodyPr>
          <a:lstStyle>
            <a:lvl1pPr>
              <a:defRPr sz="2000">
                <a:solidFill>
                  <a:schemeClr val="tx1">
                    <a:lumMod val="75000"/>
                    <a:lumOff val="25000"/>
                  </a:schemeClr>
                </a:solidFill>
                <a:latin typeface="+mn-lt"/>
                <a:cs typeface="Arial" panose="020B0604020202020204" pitchFamily="34" charset="0"/>
              </a:defRPr>
            </a:lvl1pPr>
            <a:lvl2pPr>
              <a:defRPr sz="2000">
                <a:solidFill>
                  <a:schemeClr val="tx1">
                    <a:lumMod val="75000"/>
                    <a:lumOff val="25000"/>
                  </a:schemeClr>
                </a:solidFill>
                <a:latin typeface="+mn-lt"/>
                <a:cs typeface="Arial" panose="020B0604020202020204" pitchFamily="34" charset="0"/>
              </a:defRPr>
            </a:lvl2pPr>
            <a:lvl3pPr>
              <a:defRPr sz="2000">
                <a:solidFill>
                  <a:schemeClr val="tx1">
                    <a:lumMod val="75000"/>
                    <a:lumOff val="25000"/>
                  </a:schemeClr>
                </a:solidFill>
                <a:latin typeface="+mn-lt"/>
                <a:cs typeface="Arial" panose="020B0604020202020204" pitchFamily="34" charset="0"/>
              </a:defRPr>
            </a:lvl3pPr>
            <a:lvl4pPr>
              <a:defRPr sz="2000">
                <a:solidFill>
                  <a:schemeClr val="tx1">
                    <a:lumMod val="75000"/>
                    <a:lumOff val="25000"/>
                  </a:schemeClr>
                </a:solidFill>
                <a:latin typeface="+mn-lt"/>
                <a:cs typeface="Arial" panose="020B0604020202020204" pitchFamily="34" charset="0"/>
              </a:defRPr>
            </a:lvl4pPr>
            <a:lvl5pPr>
              <a:defRPr sz="2000">
                <a:solidFill>
                  <a:schemeClr val="tx1">
                    <a:lumMod val="75000"/>
                    <a:lumOff val="25000"/>
                  </a:schemeClr>
                </a:solidFill>
                <a:latin typeface="+mn-lt"/>
                <a:cs typeface="Arial" panose="020B060402020202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9" name="1 Título"/>
          <p:cNvSpPr>
            <a:spLocks noGrp="1"/>
          </p:cNvSpPr>
          <p:nvPr>
            <p:ph type="title"/>
          </p:nvPr>
        </p:nvSpPr>
        <p:spPr>
          <a:xfrm>
            <a:off x="216023" y="371796"/>
            <a:ext cx="11064553" cy="464915"/>
          </a:xfrm>
        </p:spPr>
        <p:txBody>
          <a:bodyPr>
            <a:noAutofit/>
          </a:bodyPr>
          <a:lstStyle>
            <a:lvl1pPr algn="l">
              <a:defRPr sz="3000" b="0">
                <a:solidFill>
                  <a:schemeClr val="bg1"/>
                </a:solidFill>
                <a:latin typeface="+mj-lt"/>
                <a:cs typeface="Arial" panose="020B0604020202020204" pitchFamily="34" charset="0"/>
              </a:defRPr>
            </a:lvl1pPr>
          </a:lstStyle>
          <a:p>
            <a:r>
              <a:rPr lang="es-ES"/>
              <a:t>Haga clic para modificar el estilo de título del patrón</a:t>
            </a:r>
            <a:endParaRPr lang="es-CO"/>
          </a:p>
        </p:txBody>
      </p:sp>
      <p:pic>
        <p:nvPicPr>
          <p:cNvPr id="10" name="Imagen 9"/>
          <p:cNvPicPr>
            <a:picLocks noChangeAspect="1"/>
          </p:cNvPicPr>
          <p:nvPr userDrawn="1"/>
        </p:nvPicPr>
        <p:blipFill rotWithShape="1">
          <a:blip r:embed="rId3" cstate="email"/>
          <a:srcRect/>
          <a:stretch>
            <a:fillRect/>
          </a:stretch>
        </p:blipFill>
        <p:spPr>
          <a:xfrm>
            <a:off x="0" y="6381328"/>
            <a:ext cx="1487488" cy="47667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pic>
        <p:nvPicPr>
          <p:cNvPr id="6" name="Imagen 5"/>
          <p:cNvPicPr>
            <a:picLocks noChangeAspect="1"/>
          </p:cNvPicPr>
          <p:nvPr userDrawn="1"/>
        </p:nvPicPr>
        <p:blipFill rotWithShape="1">
          <a:blip r:embed="rId2" cstate="email"/>
          <a:srcRect/>
          <a:stretch>
            <a:fillRect/>
          </a:stretch>
        </p:blipFill>
        <p:spPr>
          <a:xfrm>
            <a:off x="0" y="0"/>
            <a:ext cx="12192000" cy="908720"/>
          </a:xfrm>
          <a:prstGeom prst="rect">
            <a:avLst/>
          </a:prstGeom>
        </p:spPr>
      </p:pic>
      <p:sp>
        <p:nvSpPr>
          <p:cNvPr id="14" name="1 Título"/>
          <p:cNvSpPr>
            <a:spLocks noGrp="1"/>
          </p:cNvSpPr>
          <p:nvPr>
            <p:ph type="title"/>
          </p:nvPr>
        </p:nvSpPr>
        <p:spPr>
          <a:xfrm>
            <a:off x="263352" y="332656"/>
            <a:ext cx="10441160" cy="470234"/>
          </a:xfrm>
        </p:spPr>
        <p:txBody>
          <a:bodyPr>
            <a:noAutofit/>
          </a:bodyPr>
          <a:lstStyle>
            <a:lvl1pPr algn="l">
              <a:defRPr sz="3000" b="0">
                <a:solidFill>
                  <a:schemeClr val="bg1"/>
                </a:solidFill>
                <a:latin typeface="+mj-lt"/>
                <a:cs typeface="Arial" panose="020B0604020202020204" pitchFamily="34" charset="0"/>
              </a:defRPr>
            </a:lvl1pPr>
          </a:lstStyle>
          <a:p>
            <a:r>
              <a:rPr lang="es-ES"/>
              <a:t>Haga clic para modificar el estilo de título del patrón</a:t>
            </a:r>
            <a:endParaRPr lang="es-CO"/>
          </a:p>
        </p:txBody>
      </p:sp>
      <p:pic>
        <p:nvPicPr>
          <p:cNvPr id="8" name="Imagen 7"/>
          <p:cNvPicPr>
            <a:picLocks noChangeAspect="1"/>
          </p:cNvPicPr>
          <p:nvPr userDrawn="1"/>
        </p:nvPicPr>
        <p:blipFill rotWithShape="1">
          <a:blip r:embed="rId3" cstate="email"/>
          <a:srcRect/>
          <a:stretch>
            <a:fillRect/>
          </a:stretch>
        </p:blipFill>
        <p:spPr>
          <a:xfrm>
            <a:off x="0" y="6381328"/>
            <a:ext cx="1487488" cy="47667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adrantes">
    <p:spTree>
      <p:nvGrpSpPr>
        <p:cNvPr id="1" name=""/>
        <p:cNvGrpSpPr/>
        <p:nvPr/>
      </p:nvGrpSpPr>
      <p:grpSpPr>
        <a:xfrm>
          <a:off x="0" y="0"/>
          <a:ext cx="0" cy="0"/>
          <a:chOff x="0" y="0"/>
          <a:chExt cx="0" cy="0"/>
        </a:xfrm>
      </p:grpSpPr>
      <p:pic>
        <p:nvPicPr>
          <p:cNvPr id="6" name="Imagen 5"/>
          <p:cNvPicPr>
            <a:picLocks noChangeAspect="1"/>
          </p:cNvPicPr>
          <p:nvPr userDrawn="1"/>
        </p:nvPicPr>
        <p:blipFill rotWithShape="1">
          <a:blip r:embed="rId2" cstate="email"/>
          <a:srcRect/>
          <a:stretch>
            <a:fillRect/>
          </a:stretch>
        </p:blipFill>
        <p:spPr>
          <a:xfrm>
            <a:off x="0" y="0"/>
            <a:ext cx="12192000" cy="908720"/>
          </a:xfrm>
          <a:prstGeom prst="rect">
            <a:avLst/>
          </a:prstGeom>
        </p:spPr>
      </p:pic>
      <p:sp>
        <p:nvSpPr>
          <p:cNvPr id="14" name="1 Título"/>
          <p:cNvSpPr>
            <a:spLocks noGrp="1"/>
          </p:cNvSpPr>
          <p:nvPr>
            <p:ph type="title"/>
          </p:nvPr>
        </p:nvSpPr>
        <p:spPr>
          <a:xfrm>
            <a:off x="263352" y="332656"/>
            <a:ext cx="10441160" cy="470234"/>
          </a:xfrm>
        </p:spPr>
        <p:txBody>
          <a:bodyPr>
            <a:noAutofit/>
          </a:bodyPr>
          <a:lstStyle>
            <a:lvl1pPr algn="l">
              <a:defRPr sz="3000" b="0">
                <a:solidFill>
                  <a:schemeClr val="bg1"/>
                </a:solidFill>
                <a:latin typeface="+mj-lt"/>
                <a:cs typeface="Arial" panose="020B0604020202020204" pitchFamily="34" charset="0"/>
              </a:defRPr>
            </a:lvl1pPr>
          </a:lstStyle>
          <a:p>
            <a:r>
              <a:rPr lang="es-ES"/>
              <a:t>Haga clic para modificar el estilo de título del patrón</a:t>
            </a:r>
            <a:endParaRPr lang="es-CO"/>
          </a:p>
        </p:txBody>
      </p:sp>
      <p:sp>
        <p:nvSpPr>
          <p:cNvPr id="5" name="3 Marcador de contenido"/>
          <p:cNvSpPr>
            <a:spLocks noGrp="1"/>
          </p:cNvSpPr>
          <p:nvPr>
            <p:ph sz="half" idx="2" hasCustomPrompt="1"/>
          </p:nvPr>
        </p:nvSpPr>
        <p:spPr>
          <a:xfrm>
            <a:off x="263352" y="1002851"/>
            <a:ext cx="5688632" cy="2642173"/>
          </a:xfrm>
        </p:spPr>
        <p:txBody>
          <a:bodyPr>
            <a:normAutofit/>
          </a:bodyPr>
          <a:lstStyle>
            <a:lvl1pPr>
              <a:defRPr sz="2400">
                <a:solidFill>
                  <a:schemeClr val="tx1">
                    <a:lumMod val="75000"/>
                    <a:lumOff val="25000"/>
                  </a:schemeClr>
                </a:solidFill>
                <a:latin typeface="+mn-lt"/>
                <a:cs typeface="Arial" panose="020B0604020202020204" pitchFamily="34" charset="0"/>
              </a:defRPr>
            </a:lvl1pPr>
            <a:lvl2pPr>
              <a:defRPr sz="2200">
                <a:solidFill>
                  <a:schemeClr val="tx1">
                    <a:lumMod val="75000"/>
                    <a:lumOff val="25000"/>
                  </a:schemeClr>
                </a:solidFill>
                <a:latin typeface="+mn-lt"/>
                <a:cs typeface="Arial" panose="020B0604020202020204" pitchFamily="34" charset="0"/>
              </a:defRPr>
            </a:lvl2pPr>
            <a:lvl3pPr>
              <a:defRPr sz="2200">
                <a:solidFill>
                  <a:schemeClr val="tx1">
                    <a:lumMod val="75000"/>
                    <a:lumOff val="25000"/>
                  </a:schemeClr>
                </a:solidFill>
                <a:latin typeface="+mn-lt"/>
                <a:cs typeface="Arial" panose="020B0604020202020204" pitchFamily="34" charset="0"/>
              </a:defRPr>
            </a:lvl3pPr>
            <a:lvl4pP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3 Marcador de contenido"/>
          <p:cNvSpPr>
            <a:spLocks noGrp="1"/>
          </p:cNvSpPr>
          <p:nvPr>
            <p:ph sz="half" idx="10" hasCustomPrompt="1"/>
          </p:nvPr>
        </p:nvSpPr>
        <p:spPr>
          <a:xfrm>
            <a:off x="6240018" y="980728"/>
            <a:ext cx="5544614" cy="2642173"/>
          </a:xfrm>
        </p:spPr>
        <p:txBody>
          <a:bodyPr>
            <a:normAutofit/>
          </a:bodyPr>
          <a:lstStyle>
            <a:lvl1pPr>
              <a:defRPr sz="2400">
                <a:solidFill>
                  <a:schemeClr val="tx1">
                    <a:lumMod val="75000"/>
                    <a:lumOff val="25000"/>
                  </a:schemeClr>
                </a:solidFill>
                <a:latin typeface="+mn-lt"/>
                <a:cs typeface="Arial" panose="020B0604020202020204" pitchFamily="34" charset="0"/>
              </a:defRPr>
            </a:lvl1pPr>
            <a:lvl2pPr>
              <a:defRPr sz="2200">
                <a:solidFill>
                  <a:schemeClr val="tx1">
                    <a:lumMod val="75000"/>
                    <a:lumOff val="25000"/>
                  </a:schemeClr>
                </a:solidFill>
                <a:latin typeface="+mn-lt"/>
                <a:cs typeface="Arial" panose="020B0604020202020204" pitchFamily="34" charset="0"/>
              </a:defRPr>
            </a:lvl2pPr>
            <a:lvl3pPr>
              <a:defRPr sz="2200">
                <a:solidFill>
                  <a:schemeClr val="tx1">
                    <a:lumMod val="75000"/>
                    <a:lumOff val="25000"/>
                  </a:schemeClr>
                </a:solidFill>
                <a:latin typeface="+mn-lt"/>
                <a:cs typeface="Arial" panose="020B0604020202020204" pitchFamily="34" charset="0"/>
              </a:defRPr>
            </a:lvl3pPr>
            <a:lvl4pP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9" name="3 Marcador de contenido"/>
          <p:cNvSpPr>
            <a:spLocks noGrp="1"/>
          </p:cNvSpPr>
          <p:nvPr>
            <p:ph sz="half" idx="11" hasCustomPrompt="1"/>
          </p:nvPr>
        </p:nvSpPr>
        <p:spPr>
          <a:xfrm>
            <a:off x="263352" y="3955179"/>
            <a:ext cx="5688632" cy="2642173"/>
          </a:xfrm>
        </p:spPr>
        <p:txBody>
          <a:bodyPr>
            <a:normAutofit/>
          </a:bodyPr>
          <a:lstStyle>
            <a:lvl1pPr>
              <a:defRPr sz="2400">
                <a:solidFill>
                  <a:schemeClr val="tx1">
                    <a:lumMod val="75000"/>
                    <a:lumOff val="25000"/>
                  </a:schemeClr>
                </a:solidFill>
                <a:latin typeface="+mn-lt"/>
                <a:cs typeface="Arial" panose="020B0604020202020204" pitchFamily="34" charset="0"/>
              </a:defRPr>
            </a:lvl1pPr>
            <a:lvl2pPr>
              <a:defRPr sz="2200">
                <a:solidFill>
                  <a:schemeClr val="tx1">
                    <a:lumMod val="75000"/>
                    <a:lumOff val="25000"/>
                  </a:schemeClr>
                </a:solidFill>
                <a:latin typeface="+mn-lt"/>
                <a:cs typeface="Arial" panose="020B0604020202020204" pitchFamily="34" charset="0"/>
              </a:defRPr>
            </a:lvl2pPr>
            <a:lvl3pPr>
              <a:defRPr sz="2200">
                <a:solidFill>
                  <a:schemeClr val="tx1">
                    <a:lumMod val="75000"/>
                    <a:lumOff val="25000"/>
                  </a:schemeClr>
                </a:solidFill>
                <a:latin typeface="+mn-lt"/>
                <a:cs typeface="Arial" panose="020B0604020202020204" pitchFamily="34" charset="0"/>
              </a:defRPr>
            </a:lvl3pPr>
            <a:lvl4pP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 name="3 Marcador de contenido"/>
          <p:cNvSpPr>
            <a:spLocks noGrp="1"/>
          </p:cNvSpPr>
          <p:nvPr>
            <p:ph sz="half" idx="12" hasCustomPrompt="1"/>
          </p:nvPr>
        </p:nvSpPr>
        <p:spPr>
          <a:xfrm>
            <a:off x="6240018" y="3933056"/>
            <a:ext cx="5544614" cy="2642173"/>
          </a:xfrm>
        </p:spPr>
        <p:txBody>
          <a:bodyPr>
            <a:normAutofit/>
          </a:bodyPr>
          <a:lstStyle>
            <a:lvl1pPr>
              <a:defRPr sz="2400">
                <a:solidFill>
                  <a:schemeClr val="tx1">
                    <a:lumMod val="75000"/>
                    <a:lumOff val="25000"/>
                  </a:schemeClr>
                </a:solidFill>
                <a:latin typeface="+mn-lt"/>
                <a:cs typeface="Arial" panose="020B0604020202020204" pitchFamily="34" charset="0"/>
              </a:defRPr>
            </a:lvl1pPr>
            <a:lvl2pPr>
              <a:defRPr sz="2200">
                <a:solidFill>
                  <a:schemeClr val="tx1">
                    <a:lumMod val="75000"/>
                    <a:lumOff val="25000"/>
                  </a:schemeClr>
                </a:solidFill>
                <a:latin typeface="+mn-lt"/>
                <a:cs typeface="Arial" panose="020B0604020202020204" pitchFamily="34" charset="0"/>
              </a:defRPr>
            </a:lvl2pPr>
            <a:lvl3pPr>
              <a:defRPr sz="2200">
                <a:solidFill>
                  <a:schemeClr val="tx1">
                    <a:lumMod val="75000"/>
                    <a:lumOff val="25000"/>
                  </a:schemeClr>
                </a:solidFill>
                <a:latin typeface="+mn-lt"/>
                <a:cs typeface="Arial" panose="020B0604020202020204" pitchFamily="34" charset="0"/>
              </a:defRPr>
            </a:lvl3pPr>
            <a:lvl4pP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cxnSp>
        <p:nvCxnSpPr>
          <p:cNvPr id="3" name="Conector recto 2"/>
          <p:cNvCxnSpPr>
            <a:stCxn id="6" idx="2"/>
          </p:cNvCxnSpPr>
          <p:nvPr userDrawn="1"/>
        </p:nvCxnSpPr>
        <p:spPr>
          <a:xfrm>
            <a:off x="6096000" y="908720"/>
            <a:ext cx="0" cy="594928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p:cNvCxnSpPr/>
          <p:nvPr userDrawn="1"/>
        </p:nvCxnSpPr>
        <p:spPr>
          <a:xfrm>
            <a:off x="0" y="3789040"/>
            <a:ext cx="1200065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áficas Complejas">
    <p:spTree>
      <p:nvGrpSpPr>
        <p:cNvPr id="1" name=""/>
        <p:cNvGrpSpPr/>
        <p:nvPr/>
      </p:nvGrpSpPr>
      <p:grpSpPr>
        <a:xfrm>
          <a:off x="0" y="0"/>
          <a:ext cx="0" cy="0"/>
          <a:chOff x="0" y="0"/>
          <a:chExt cx="0" cy="0"/>
        </a:xfrm>
      </p:grpSpPr>
      <p:pic>
        <p:nvPicPr>
          <p:cNvPr id="10" name="Imagen 9"/>
          <p:cNvPicPr>
            <a:picLocks noChangeAspect="1"/>
          </p:cNvPicPr>
          <p:nvPr userDrawn="1"/>
        </p:nvPicPr>
        <p:blipFill rotWithShape="1">
          <a:blip r:embed="rId2" cstate="hqprint"/>
          <a:srcRect l="-2045" b="-3505"/>
          <a:stretch>
            <a:fillRect/>
          </a:stretch>
        </p:blipFill>
        <p:spPr>
          <a:xfrm>
            <a:off x="-24680" y="6358941"/>
            <a:ext cx="864096" cy="526443"/>
          </a:xfrm>
          <a:prstGeom prst="rect">
            <a:avLst/>
          </a:prstGeom>
        </p:spPr>
      </p:pic>
      <p:sp>
        <p:nvSpPr>
          <p:cNvPr id="16" name="1 Título"/>
          <p:cNvSpPr>
            <a:spLocks noGrp="1"/>
          </p:cNvSpPr>
          <p:nvPr>
            <p:ph type="title"/>
          </p:nvPr>
        </p:nvSpPr>
        <p:spPr>
          <a:xfrm>
            <a:off x="335360" y="1157807"/>
            <a:ext cx="5544609" cy="526444"/>
          </a:xfrm>
        </p:spPr>
        <p:txBody>
          <a:bodyPr anchor="t">
            <a:normAutofit/>
          </a:bodyPr>
          <a:lstStyle>
            <a:lvl1pPr marL="0" indent="0" algn="l" defTabSz="914400" rtl="0" eaLnBrk="1" fontAlgn="base" latinLnBrk="0" hangingPunct="1">
              <a:spcBef>
                <a:spcPct val="20000"/>
              </a:spcBef>
              <a:spcAft>
                <a:spcPct val="0"/>
              </a:spcAft>
              <a:buFont typeface="Arial" panose="020B0604020202020204" pitchFamily="34" charset="0"/>
              <a:buNone/>
              <a:defRPr lang="es-CO" sz="1600" kern="1200" dirty="0" smtClean="0">
                <a:solidFill>
                  <a:schemeClr val="tx1">
                    <a:lumMod val="65000"/>
                    <a:lumOff val="35000"/>
                  </a:schemeClr>
                </a:solidFill>
                <a:latin typeface="+mn-lt"/>
                <a:ea typeface="+mn-ea"/>
                <a:cs typeface="Arial" panose="020B0604020202020204" pitchFamily="34" charset="0"/>
              </a:defRPr>
            </a:lvl1pPr>
          </a:lstStyle>
          <a:p>
            <a:r>
              <a:rPr lang="es-ES"/>
              <a:t>Haga clic para modificar el estilo de título del patrón</a:t>
            </a:r>
            <a:endParaRPr lang="es-CO"/>
          </a:p>
        </p:txBody>
      </p:sp>
      <p:sp>
        <p:nvSpPr>
          <p:cNvPr id="17" name="2 Marcador de texto"/>
          <p:cNvSpPr>
            <a:spLocks noGrp="1"/>
          </p:cNvSpPr>
          <p:nvPr>
            <p:ph type="body" idx="1" hasCustomPrompt="1"/>
          </p:nvPr>
        </p:nvSpPr>
        <p:spPr>
          <a:xfrm>
            <a:off x="335359" y="194071"/>
            <a:ext cx="5544609" cy="938692"/>
          </a:xfrm>
        </p:spPr>
        <p:txBody>
          <a:bodyPr anchor="b">
            <a:normAutofit/>
          </a:bodyPr>
          <a:lstStyle>
            <a:lvl1pPr marL="0" indent="0" algn="l" defTabSz="914400" rtl="0" eaLnBrk="1" fontAlgn="base" latinLnBrk="0" hangingPunct="1">
              <a:spcBef>
                <a:spcPct val="0"/>
              </a:spcBef>
              <a:spcAft>
                <a:spcPct val="0"/>
              </a:spcAft>
              <a:buNone/>
              <a:defRPr lang="es-ES" sz="2500" b="1" kern="1200" cap="none" dirty="0" smtClean="0">
                <a:solidFill>
                  <a:schemeClr val="tx2"/>
                </a:solidFill>
                <a:latin typeface="+mj-lt"/>
                <a:ea typeface="MS PGothic" pitchFamily="-84" charset="-128"/>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31372" y="273050"/>
            <a:ext cx="4189313" cy="1162050"/>
          </a:xfrm>
          <a:solidFill>
            <a:schemeClr val="accent1">
              <a:lumMod val="40000"/>
              <a:lumOff val="60000"/>
            </a:schemeClr>
          </a:solidFill>
        </p:spPr>
        <p:txBody>
          <a:bodyPr anchor="ctr">
            <a:noAutofit/>
          </a:bodyPr>
          <a:lstStyle>
            <a:lvl1pPr algn="l">
              <a:defRPr lang="es-CO" sz="2600" b="1" kern="1200" dirty="0" smtClean="0">
                <a:solidFill>
                  <a:schemeClr val="tx2"/>
                </a:solidFill>
                <a:latin typeface="+mj-lt"/>
                <a:ea typeface="MS PGothic" pitchFamily="-84" charset="-128"/>
                <a:cs typeface="Arial" panose="020B0604020202020204" pitchFamily="34" charset="0"/>
              </a:defRPr>
            </a:lvl1pPr>
          </a:lstStyle>
          <a:p>
            <a:r>
              <a:rPr lang="es-ES"/>
              <a:t>Haga clic para modificar el estilo de título del patrón</a:t>
            </a:r>
            <a:endParaRPr lang="es-CO"/>
          </a:p>
        </p:txBody>
      </p:sp>
      <p:sp>
        <p:nvSpPr>
          <p:cNvPr id="3" name="2 Marcador de contenido"/>
          <p:cNvSpPr>
            <a:spLocks noGrp="1"/>
          </p:cNvSpPr>
          <p:nvPr>
            <p:ph idx="1" hasCustomPrompt="1"/>
          </p:nvPr>
        </p:nvSpPr>
        <p:spPr>
          <a:xfrm>
            <a:off x="4766733" y="273050"/>
            <a:ext cx="7089907" cy="5964262"/>
          </a:xfrm>
        </p:spPr>
        <p:txBody>
          <a:bodyPr/>
          <a:lstStyle>
            <a:lvl1pPr marL="342900" indent="-342900" algn="just" defTabSz="914400" rtl="0" eaLnBrk="1" fontAlgn="base" latinLnBrk="0" hangingPunct="1">
              <a:spcBef>
                <a:spcPct val="20000"/>
              </a:spcBef>
              <a:spcAft>
                <a:spcPct val="0"/>
              </a:spcAft>
              <a:buFont typeface="Arial" panose="020B0604020202020204" pitchFamily="34" charset="0"/>
              <a:buChar char="•"/>
              <a:defRPr lang="es-ES" sz="2600" kern="1200" dirty="0" smtClean="0">
                <a:solidFill>
                  <a:srgbClr val="215968"/>
                </a:solidFill>
                <a:latin typeface="+mj-lt"/>
                <a:ea typeface="MS PGothic" pitchFamily="-84" charset="-128"/>
                <a:cs typeface="Arial" panose="020B0604020202020204" pitchFamily="34" charset="0"/>
              </a:defRPr>
            </a:lvl1pPr>
            <a:lvl2pPr marL="742950" indent="-285750" algn="just" defTabSz="914400" rtl="0" eaLnBrk="1" fontAlgn="base" latinLnBrk="0" hangingPunct="1">
              <a:spcBef>
                <a:spcPct val="20000"/>
              </a:spcBef>
              <a:spcAft>
                <a:spcPct val="0"/>
              </a:spcAft>
              <a:buFont typeface="Arial" panose="020B0604020202020204" pitchFamily="34" charset="0"/>
              <a:buChar char="–"/>
              <a:defRPr sz="2200">
                <a:solidFill>
                  <a:schemeClr val="tx1">
                    <a:lumMod val="75000"/>
                    <a:lumOff val="25000"/>
                  </a:schemeClr>
                </a:solidFill>
                <a:latin typeface="+mn-lt"/>
                <a:cs typeface="Arial" panose="020B0604020202020204" pitchFamily="34" charset="0"/>
              </a:defRPr>
            </a:lvl2pPr>
            <a:lvl3pPr marL="1143000" indent="-228600" algn="just" defTabSz="914400" rtl="0" eaLnBrk="1" fontAlgn="base" latinLnBrk="0" hangingPunct="1">
              <a:spcBef>
                <a:spcPct val="20000"/>
              </a:spcBef>
              <a:spcAft>
                <a:spcPct val="0"/>
              </a:spcAft>
              <a:buFont typeface="Arial" panose="020B0604020202020204" pitchFamily="34" charset="0"/>
              <a:buChar char="•"/>
              <a:defRPr sz="2200">
                <a:solidFill>
                  <a:schemeClr val="tx1">
                    <a:lumMod val="75000"/>
                    <a:lumOff val="25000"/>
                  </a:schemeClr>
                </a:solidFill>
                <a:latin typeface="+mn-lt"/>
                <a:cs typeface="Arial" panose="020B0604020202020204" pitchFamily="34" charset="0"/>
              </a:defRPr>
            </a:lvl3pPr>
            <a:lvl4pPr marL="1600200" indent="-228600" algn="l" defTabSz="914400" rtl="0" eaLnBrk="1" fontAlgn="base" latinLnBrk="0" hangingPunct="1">
              <a:spcBef>
                <a:spcPct val="20000"/>
              </a:spcBef>
              <a:spcAft>
                <a:spcPct val="0"/>
              </a:spcAft>
              <a:buFont typeface="Arial" panose="020B0604020202020204" pitchFamily="34" charset="0"/>
              <a:buChar cha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vl6pPr>
              <a:defRPr sz="2000"/>
            </a:lvl6pPr>
            <a:lvl7pPr>
              <a:defRPr sz="2000"/>
            </a:lvl7pPr>
            <a:lvl8pPr>
              <a:defRPr sz="2000"/>
            </a:lvl8pPr>
            <a:lvl9pPr>
              <a:defRPr sz="2000"/>
            </a:lvl9pPr>
          </a:lstStyle>
          <a:p>
            <a:pPr marL="342900" lvl="0" indent="-342900" algn="just" defTabSz="914400" rtl="0" eaLnBrk="1" fontAlgn="base" latinLnBrk="0" hangingPunct="1">
              <a:spcBef>
                <a:spcPct val="20000"/>
              </a:spcBef>
              <a:spcAft>
                <a:spcPct val="0"/>
              </a:spcAft>
              <a:buFont typeface="Arial" panose="020B0604020202020204" pitchFamily="34" charset="0"/>
              <a:buChar char="•"/>
            </a:pPr>
            <a:r>
              <a:rPr lang="es-ES"/>
              <a:t>Haga clic para modificar el estilo de texto del patrón</a:t>
            </a:r>
          </a:p>
          <a:p>
            <a:pPr marL="742950" lvl="1" indent="-285750" algn="just" defTabSz="914400" rtl="0" eaLnBrk="1" fontAlgn="base" latinLnBrk="0" hangingPunct="1">
              <a:spcBef>
                <a:spcPct val="20000"/>
              </a:spcBef>
              <a:spcAft>
                <a:spcPct val="0"/>
              </a:spcAft>
              <a:buFont typeface="Arial" panose="020B0604020202020204" pitchFamily="34" charset="0"/>
              <a:buChar char="–"/>
            </a:pPr>
            <a:r>
              <a:rPr lang="es-ES"/>
              <a:t>Segundo nivel</a:t>
            </a:r>
          </a:p>
          <a:p>
            <a:pPr marL="1143000" lvl="2" indent="-228600" algn="just" defTabSz="914400" rtl="0" eaLnBrk="1" fontAlgn="base" latinLnBrk="0" hangingPunct="1">
              <a:spcBef>
                <a:spcPct val="20000"/>
              </a:spcBef>
              <a:spcAft>
                <a:spcPct val="0"/>
              </a:spcAft>
              <a:buFont typeface="Arial" panose="020B0604020202020204" pitchFamily="34" charset="0"/>
              <a:buChar char="•"/>
            </a:pPr>
            <a:r>
              <a:rPr lang="es-ES"/>
              <a:t>Tercer nivel</a:t>
            </a:r>
          </a:p>
          <a:p>
            <a:pPr marL="1600200" lvl="3" indent="-228600" algn="l" defTabSz="914400" rtl="0" eaLnBrk="1" fontAlgn="base" latinLnBrk="0" hangingPunct="1">
              <a:spcBef>
                <a:spcPct val="20000"/>
              </a:spcBef>
              <a:spcAft>
                <a:spcPct val="0"/>
              </a:spcAft>
              <a:buFont typeface="Arial" panose="020B0604020202020204" pitchFamily="34" charset="0"/>
              <a:buChar char="–"/>
            </a:pPr>
            <a:r>
              <a:rPr lang="es-ES"/>
              <a:t>Cuarto nivel</a:t>
            </a:r>
          </a:p>
          <a:p>
            <a:pPr lvl="4"/>
            <a:r>
              <a:rPr lang="es-ES"/>
              <a:t>Quinto nivel</a:t>
            </a:r>
            <a:endParaRPr lang="es-CO"/>
          </a:p>
        </p:txBody>
      </p:sp>
      <p:sp>
        <p:nvSpPr>
          <p:cNvPr id="4" name="3 Marcador de texto"/>
          <p:cNvSpPr>
            <a:spLocks noGrp="1"/>
          </p:cNvSpPr>
          <p:nvPr>
            <p:ph type="body" sz="half" idx="2" hasCustomPrompt="1"/>
          </p:nvPr>
        </p:nvSpPr>
        <p:spPr>
          <a:xfrm>
            <a:off x="431372" y="1435101"/>
            <a:ext cx="4189313" cy="4780145"/>
          </a:xfrm>
        </p:spPr>
        <p:txBody>
          <a:bodyPr>
            <a:normAutofit/>
          </a:bodyPr>
          <a:lstStyle>
            <a:lvl1pPr marL="0" indent="0">
              <a:buNone/>
              <a:defRPr sz="2200">
                <a:solidFill>
                  <a:schemeClr val="tx1">
                    <a:lumMod val="75000"/>
                    <a:lumOff val="25000"/>
                  </a:schemeClr>
                </a:solidFill>
                <a:latin typeface="+mn-lt"/>
                <a:cs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pic>
        <p:nvPicPr>
          <p:cNvPr id="7" name="Imagen 6"/>
          <p:cNvPicPr>
            <a:picLocks noChangeAspect="1"/>
          </p:cNvPicPr>
          <p:nvPr userDrawn="1"/>
        </p:nvPicPr>
        <p:blipFill rotWithShape="1">
          <a:blip r:embed="rId2" cstate="hqprint"/>
          <a:srcRect l="-2106" b="-3543"/>
          <a:stretch>
            <a:fillRect/>
          </a:stretch>
        </p:blipFill>
        <p:spPr>
          <a:xfrm>
            <a:off x="0" y="6381328"/>
            <a:ext cx="839416" cy="521027"/>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19536" y="4736505"/>
            <a:ext cx="8064895" cy="566738"/>
          </a:xfrm>
        </p:spPr>
        <p:txBody>
          <a:bodyPr anchor="ctr">
            <a:noAutofit/>
          </a:bodyPr>
          <a:lstStyle>
            <a:lvl1pPr algn="ctr" defTabSz="914400" rtl="0" eaLnBrk="1" latinLnBrk="0" hangingPunct="1">
              <a:spcBef>
                <a:spcPct val="0"/>
              </a:spcBef>
              <a:buNone/>
              <a:defRPr lang="es-CO" sz="2600" b="1" kern="1200" dirty="0" smtClean="0">
                <a:solidFill>
                  <a:schemeClr val="tx2"/>
                </a:solidFill>
                <a:latin typeface="+mj-lt"/>
                <a:ea typeface="MS PGothic" pitchFamily="-84" charset="-128"/>
                <a:cs typeface="Arial" panose="020B0604020202020204" pitchFamily="34" charset="0"/>
              </a:defRPr>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919536" y="548681"/>
            <a:ext cx="8064895" cy="404725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hasCustomPrompt="1"/>
          </p:nvPr>
        </p:nvSpPr>
        <p:spPr>
          <a:xfrm>
            <a:off x="1919536" y="5303243"/>
            <a:ext cx="8064895" cy="804862"/>
          </a:xfrm>
        </p:spPr>
        <p:txBody>
          <a:bodyPr>
            <a:normAutofit/>
          </a:bodyPr>
          <a:lstStyle>
            <a:lvl1pPr marL="0" indent="0" algn="ctr">
              <a:buNone/>
              <a:defRPr sz="2200">
                <a:solidFill>
                  <a:schemeClr val="tx1">
                    <a:lumMod val="75000"/>
                    <a:lumOff val="25000"/>
                  </a:schemeClr>
                </a:solidFill>
                <a:latin typeface="+mn-lt"/>
                <a:cs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pic>
        <p:nvPicPr>
          <p:cNvPr id="11" name="Imagen 10"/>
          <p:cNvPicPr>
            <a:picLocks noChangeAspect="1"/>
          </p:cNvPicPr>
          <p:nvPr userDrawn="1"/>
        </p:nvPicPr>
        <p:blipFill rotWithShape="1">
          <a:blip r:embed="rId2" cstate="email"/>
          <a:srcRect/>
          <a:stretch>
            <a:fillRect/>
          </a:stretch>
        </p:blipFill>
        <p:spPr>
          <a:xfrm>
            <a:off x="0" y="6381328"/>
            <a:ext cx="12192000" cy="47667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y texto vertical">
    <p:spTree>
      <p:nvGrpSpPr>
        <p:cNvPr id="1" name=""/>
        <p:cNvGrpSpPr/>
        <p:nvPr/>
      </p:nvGrpSpPr>
      <p:grpSpPr>
        <a:xfrm>
          <a:off x="0" y="0"/>
          <a:ext cx="0" cy="0"/>
          <a:chOff x="0" y="0"/>
          <a:chExt cx="0" cy="0"/>
        </a:xfrm>
      </p:grpSpPr>
      <p:pic>
        <p:nvPicPr>
          <p:cNvPr id="4" name="Imagen 3"/>
          <p:cNvPicPr>
            <a:picLocks noChangeAspect="1"/>
          </p:cNvPicPr>
          <p:nvPr userDrawn="1"/>
        </p:nvPicPr>
        <p:blipFill rotWithShape="1">
          <a:blip r:embed="rId2" cstate="email"/>
          <a:srcRect/>
          <a:stretch>
            <a:fillRect/>
          </a:stretch>
        </p:blipFill>
        <p:spPr>
          <a:xfrm>
            <a:off x="0" y="0"/>
            <a:ext cx="12192000" cy="836712"/>
          </a:xfrm>
          <a:prstGeom prst="rect">
            <a:avLst/>
          </a:prstGeom>
        </p:spPr>
      </p:pic>
      <p:sp>
        <p:nvSpPr>
          <p:cNvPr id="3" name="2 Marcador de texto vertical"/>
          <p:cNvSpPr>
            <a:spLocks noGrp="1"/>
          </p:cNvSpPr>
          <p:nvPr>
            <p:ph type="body" orient="vert" idx="1" hasCustomPrompt="1"/>
          </p:nvPr>
        </p:nvSpPr>
        <p:spPr>
          <a:xfrm>
            <a:off x="335360" y="1412776"/>
            <a:ext cx="11425269" cy="5073427"/>
          </a:xfrm>
        </p:spPr>
        <p:txBody>
          <a:bodyPr vert="eaVert"/>
          <a:lstStyle>
            <a:lvl1pPr>
              <a:defRPr lang="es-ES" sz="2600" kern="1200" dirty="0" smtClean="0">
                <a:solidFill>
                  <a:srgbClr val="215968"/>
                </a:solidFill>
                <a:latin typeface="+mj-lt"/>
                <a:ea typeface="MS PGothic" pitchFamily="-84" charset="-128"/>
                <a:cs typeface="Arial" panose="020B0604020202020204" pitchFamily="34" charset="0"/>
              </a:defRPr>
            </a:lvl1pPr>
            <a:lvl2pPr>
              <a:defRPr sz="2200">
                <a:solidFill>
                  <a:schemeClr val="tx1">
                    <a:lumMod val="75000"/>
                    <a:lumOff val="25000"/>
                  </a:schemeClr>
                </a:solidFill>
                <a:latin typeface="+mn-lt"/>
                <a:cs typeface="Arial" panose="020B0604020202020204" pitchFamily="34" charset="0"/>
              </a:defRPr>
            </a:lvl2pPr>
            <a:lvl3pPr>
              <a:defRPr sz="2200">
                <a:solidFill>
                  <a:schemeClr val="tx1">
                    <a:lumMod val="75000"/>
                    <a:lumOff val="25000"/>
                  </a:schemeClr>
                </a:solidFill>
                <a:latin typeface="+mn-lt"/>
                <a:cs typeface="Arial" panose="020B0604020202020204" pitchFamily="34" charset="0"/>
              </a:defRPr>
            </a:lvl3pPr>
            <a:lvl4pPr>
              <a:defRPr sz="2200">
                <a:solidFill>
                  <a:schemeClr val="tx1">
                    <a:lumMod val="75000"/>
                    <a:lumOff val="25000"/>
                  </a:schemeClr>
                </a:solidFill>
                <a:latin typeface="+mn-lt"/>
                <a:cs typeface="Arial" panose="020B0604020202020204" pitchFamily="34" charset="0"/>
              </a:defRPr>
            </a:lvl4pPr>
            <a:lvl5pPr>
              <a:defRPr sz="2200">
                <a:solidFill>
                  <a:schemeClr val="tx1">
                    <a:lumMod val="75000"/>
                    <a:lumOff val="25000"/>
                  </a:schemeClr>
                </a:solidFill>
                <a:latin typeface="+mn-lt"/>
                <a:cs typeface="Arial" panose="020B0604020202020204"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pic>
        <p:nvPicPr>
          <p:cNvPr id="5" name="Imagen 4"/>
          <p:cNvPicPr>
            <a:picLocks noChangeAspect="1"/>
          </p:cNvPicPr>
          <p:nvPr userDrawn="1"/>
        </p:nvPicPr>
        <p:blipFill rotWithShape="1">
          <a:blip r:embed="rId3" cstate="email"/>
          <a:srcRect/>
          <a:stretch>
            <a:fillRect/>
          </a:stretch>
        </p:blipFill>
        <p:spPr>
          <a:xfrm>
            <a:off x="0" y="0"/>
            <a:ext cx="12192000" cy="908720"/>
          </a:xfrm>
          <a:prstGeom prst="rect">
            <a:avLst/>
          </a:prstGeom>
        </p:spPr>
      </p:pic>
      <p:sp>
        <p:nvSpPr>
          <p:cNvPr id="13" name="1 Título"/>
          <p:cNvSpPr>
            <a:spLocks noGrp="1"/>
          </p:cNvSpPr>
          <p:nvPr>
            <p:ph type="title" hasCustomPrompt="1"/>
          </p:nvPr>
        </p:nvSpPr>
        <p:spPr>
          <a:xfrm>
            <a:off x="0" y="260648"/>
            <a:ext cx="11208568" cy="531440"/>
          </a:xfrm>
        </p:spPr>
        <p:txBody>
          <a:bodyPr>
            <a:noAutofit/>
          </a:bodyPr>
          <a:lstStyle>
            <a:lvl1pPr algn="l">
              <a:defRPr sz="2800" b="0">
                <a:solidFill>
                  <a:schemeClr val="bg1"/>
                </a:solidFill>
                <a:latin typeface="+mj-lt"/>
                <a:cs typeface="Arial" panose="020B0604020202020204" pitchFamily="34" charset="0"/>
              </a:defRPr>
            </a:lvl1pPr>
          </a:lstStyle>
          <a:p>
            <a:r>
              <a:rPr lang="es-ES"/>
              <a:t>  Haga clic para modificar el estilo de título del patrón</a:t>
            </a:r>
            <a:endParaRPr lang="es-CO"/>
          </a:p>
        </p:txBody>
      </p:sp>
      <p:pic>
        <p:nvPicPr>
          <p:cNvPr id="6" name="Imagen 5"/>
          <p:cNvPicPr>
            <a:picLocks noChangeAspect="1"/>
          </p:cNvPicPr>
          <p:nvPr userDrawn="1"/>
        </p:nvPicPr>
        <p:blipFill rotWithShape="1">
          <a:blip r:embed="rId4" cstate="email"/>
          <a:srcRect/>
          <a:stretch>
            <a:fillRect/>
          </a:stretch>
        </p:blipFill>
        <p:spPr>
          <a:xfrm>
            <a:off x="0" y="6381328"/>
            <a:ext cx="1487488" cy="47667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 Blanco [Vacía]">
    <p:spTree>
      <p:nvGrpSpPr>
        <p:cNvPr id="1" name=""/>
        <p:cNvGrpSpPr/>
        <p:nvPr/>
      </p:nvGrpSpPr>
      <p:grpSpPr>
        <a:xfrm>
          <a:off x="0" y="0"/>
          <a:ext cx="0" cy="0"/>
          <a:chOff x="0" y="0"/>
          <a:chExt cx="0" cy="0"/>
        </a:xfrm>
      </p:grpSpPr>
      <p:pic>
        <p:nvPicPr>
          <p:cNvPr id="2" name="Imagen 1"/>
          <p:cNvPicPr>
            <a:picLocks noChangeAspect="1"/>
          </p:cNvPicPr>
          <p:nvPr userDrawn="1"/>
        </p:nvPicPr>
        <p:blipFill rotWithShape="1">
          <a:blip r:embed="rId2" cstate="email"/>
          <a:srcRect/>
          <a:stretch>
            <a:fillRect/>
          </a:stretch>
        </p:blipFill>
        <p:spPr>
          <a:xfrm>
            <a:off x="0" y="6381328"/>
            <a:ext cx="1487488" cy="47667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ierre">
    <p:spTree>
      <p:nvGrpSpPr>
        <p:cNvPr id="1" name=""/>
        <p:cNvGrpSpPr/>
        <p:nvPr/>
      </p:nvGrpSpPr>
      <p:grpSpPr>
        <a:xfrm>
          <a:off x="0" y="0"/>
          <a:ext cx="0" cy="0"/>
          <a:chOff x="0" y="0"/>
          <a:chExt cx="0" cy="0"/>
        </a:xfrm>
      </p:grpSpPr>
      <p:pic>
        <p:nvPicPr>
          <p:cNvPr id="5" name="Imagen 4" descr="Imagen que contiene edificio, exterior&#10;&#10;Descripción generada automáticamente"/>
          <p:cNvPicPr>
            <a:picLocks noChangeAspect="1"/>
          </p:cNvPicPr>
          <p:nvPr userDrawn="1"/>
        </p:nvPicPr>
        <p:blipFill>
          <a:blip r:embed="rId2" cstate="email"/>
          <a:stretch>
            <a:fillRect/>
          </a:stretch>
        </p:blipFill>
        <p:spPr>
          <a:xfrm>
            <a:off x="0" y="0"/>
            <a:ext cx="12192000" cy="6858000"/>
          </a:xfrm>
          <a:prstGeom prst="rect">
            <a:avLst/>
          </a:prstGeom>
        </p:spPr>
      </p:pic>
      <p:sp>
        <p:nvSpPr>
          <p:cNvPr id="2" name="1 Título"/>
          <p:cNvSpPr>
            <a:spLocks noGrp="1"/>
          </p:cNvSpPr>
          <p:nvPr>
            <p:ph type="ctrTitle" hasCustomPrompt="1"/>
          </p:nvPr>
        </p:nvSpPr>
        <p:spPr>
          <a:xfrm>
            <a:off x="914400" y="2463032"/>
            <a:ext cx="10363200" cy="1470025"/>
          </a:xfrm>
        </p:spPr>
        <p:txBody>
          <a:bodyPr>
            <a:normAutofit/>
          </a:bodyPr>
          <a:lstStyle>
            <a:lvl1pPr algn="ctr" rtl="0" eaLnBrk="1" fontAlgn="base" hangingPunct="1">
              <a:spcBef>
                <a:spcPct val="0"/>
              </a:spcBef>
              <a:spcAft>
                <a:spcPct val="0"/>
              </a:spcAft>
              <a:defRPr lang="es-CO" sz="3200" b="1" kern="1200" cap="none" dirty="0" smtClean="0">
                <a:solidFill>
                  <a:schemeClr val="bg1"/>
                </a:solidFill>
                <a:latin typeface="+mj-lt"/>
                <a:ea typeface="MS PGothic" pitchFamily="-84" charset="-128"/>
                <a:cs typeface="Arial" panose="020B0604020202020204" pitchFamily="34" charset="0"/>
              </a:defRPr>
            </a:lvl1pPr>
          </a:lstStyle>
          <a:p>
            <a:r>
              <a:rPr lang="es-ES"/>
              <a:t>HAGA CLIC PARA MODIFICAR EL ESTILO DE TÍTULO DEL PATRÓN</a:t>
            </a:r>
            <a:endParaRPr lang="es-CO"/>
          </a:p>
        </p:txBody>
      </p:sp>
      <p:pic>
        <p:nvPicPr>
          <p:cNvPr id="8" name="Imagen 7"/>
          <p:cNvPicPr>
            <a:picLocks noChangeAspect="1"/>
          </p:cNvPicPr>
          <p:nvPr userDrawn="1"/>
        </p:nvPicPr>
        <p:blipFill>
          <a:blip r:embed="rId3" cstate="email"/>
          <a:stretch>
            <a:fillRect/>
          </a:stretch>
        </p:blipFill>
        <p:spPr>
          <a:xfrm>
            <a:off x="1127448" y="458014"/>
            <a:ext cx="2507307" cy="810746"/>
          </a:xfrm>
          <a:prstGeom prst="rect">
            <a:avLst/>
          </a:prstGeom>
        </p:spPr>
      </p:pic>
      <p:cxnSp>
        <p:nvCxnSpPr>
          <p:cNvPr id="9" name="Conector recto 8"/>
          <p:cNvCxnSpPr/>
          <p:nvPr userDrawn="1"/>
        </p:nvCxnSpPr>
        <p:spPr>
          <a:xfrm>
            <a:off x="1127448" y="1412776"/>
            <a:ext cx="24482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ítulo y objetos">
    <p:spTree>
      <p:nvGrpSpPr>
        <p:cNvPr id="1" name=""/>
        <p:cNvGrpSpPr/>
        <p:nvPr/>
      </p:nvGrpSpPr>
      <p:grpSpPr>
        <a:xfrm>
          <a:off x="0" y="0"/>
          <a:ext cx="0" cy="0"/>
          <a:chOff x="0" y="0"/>
          <a:chExt cx="0" cy="0"/>
        </a:xfrm>
      </p:grpSpPr>
      <p:sp>
        <p:nvSpPr>
          <p:cNvPr id="3" name="2 Marcador de contenido"/>
          <p:cNvSpPr>
            <a:spLocks noGrp="1"/>
          </p:cNvSpPr>
          <p:nvPr>
            <p:ph idx="1" hasCustomPrompt="1"/>
          </p:nvPr>
        </p:nvSpPr>
        <p:spPr>
          <a:xfrm>
            <a:off x="335360" y="980729"/>
            <a:ext cx="11521280" cy="5145435"/>
          </a:xfrm>
        </p:spPr>
        <p:txBody>
          <a:bodyPr/>
          <a:lstStyle>
            <a:lvl1pPr marL="342900" indent="-342900" algn="just" rtl="0" eaLnBrk="1" fontAlgn="base" hangingPunct="1">
              <a:spcBef>
                <a:spcPct val="20000"/>
              </a:spcBef>
              <a:spcAft>
                <a:spcPct val="0"/>
              </a:spcAft>
              <a:buFont typeface="Arial" panose="020B0604020202020204" pitchFamily="34" charset="0"/>
              <a:buChar char="•"/>
              <a:defRPr lang="es-ES" sz="2400" kern="1200" dirty="0" smtClean="0">
                <a:solidFill>
                  <a:srgbClr val="215968"/>
                </a:solidFill>
                <a:latin typeface="Arial" panose="020B0604020202020204" pitchFamily="34" charset="0"/>
                <a:ea typeface="MS PGothic" pitchFamily="-84" charset="-128"/>
                <a:cs typeface="Arial" panose="020B0604020202020204" pitchFamily="34" charset="0"/>
              </a:defRPr>
            </a:lvl1pPr>
            <a:lvl2pPr>
              <a:defRPr lang="es-ES" sz="2000" kern="1200" dirty="0" smtClean="0">
                <a:solidFill>
                  <a:schemeClr val="tx1">
                    <a:lumMod val="65000"/>
                    <a:lumOff val="35000"/>
                  </a:schemeClr>
                </a:solidFill>
                <a:latin typeface="Arial" panose="020B0604020202020204" pitchFamily="34" charset="0"/>
                <a:ea typeface="MS PGothic" pitchFamily="-84" charset="-128"/>
                <a:cs typeface="Arial" panose="020B0604020202020204" pitchFamily="34" charset="0"/>
              </a:defRPr>
            </a:lvl2pPr>
            <a:lvl3pPr indent="-228600" algn="l" defTabSz="914400" rtl="0" eaLnBrk="1" latinLnBrk="0" hangingPunct="1">
              <a:spcBef>
                <a:spcPct val="20000"/>
              </a:spcBef>
              <a:buFont typeface="Arial" panose="020B0604020202020204" pitchFamily="34" charset="0"/>
              <a:defRPr lang="es-CO" sz="1800" kern="1200" dirty="0" smtClean="0">
                <a:solidFill>
                  <a:schemeClr val="tx1">
                    <a:lumMod val="65000"/>
                    <a:lumOff val="35000"/>
                  </a:schemeClr>
                </a:solidFill>
                <a:latin typeface="Arial" panose="020B0604020202020204" pitchFamily="34" charset="0"/>
                <a:ea typeface="+mn-ea"/>
                <a:cs typeface="Arial" panose="020B0604020202020204" pitchFamily="34" charset="0"/>
              </a:defRPr>
            </a:lvl3pPr>
            <a:lvl4pPr>
              <a:defRPr lang="es-ES" sz="1800" kern="1200" dirty="0" smtClean="0">
                <a:solidFill>
                  <a:schemeClr val="tx1">
                    <a:lumMod val="65000"/>
                    <a:lumOff val="35000"/>
                  </a:schemeClr>
                </a:solidFill>
                <a:latin typeface="Arial" panose="020B0604020202020204" pitchFamily="34" charset="0"/>
                <a:ea typeface="+mn-ea"/>
                <a:cs typeface="Arial" panose="020B0604020202020204" pitchFamily="34" charset="0"/>
              </a:defRPr>
            </a:lvl4pPr>
            <a:lvl5pPr>
              <a:defRPr lang="es-CO" sz="1800" kern="1200" dirty="0" smtClean="0">
                <a:solidFill>
                  <a:schemeClr val="tx1">
                    <a:lumMod val="65000"/>
                    <a:lumOff val="35000"/>
                  </a:schemeClr>
                </a:solidFill>
                <a:latin typeface="Arial" panose="020B0604020202020204" pitchFamily="34" charset="0"/>
                <a:ea typeface="+mn-ea"/>
                <a:cs typeface="Arial" panose="020B0604020202020204" pitchFamily="34" charset="0"/>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pic>
        <p:nvPicPr>
          <p:cNvPr id="7" name="Picture 5"/>
          <p:cNvPicPr>
            <a:picLocks noChangeAspect="1" noChangeArrowheads="1"/>
          </p:cNvPicPr>
          <p:nvPr/>
        </p:nvPicPr>
        <p:blipFill>
          <a:blip r:embed="rId2" cstate="screen"/>
          <a:srcRect/>
          <a:stretch>
            <a:fillRect/>
          </a:stretch>
        </p:blipFill>
        <p:spPr bwMode="auto">
          <a:xfrm>
            <a:off x="0" y="6361114"/>
            <a:ext cx="12192000" cy="496887"/>
          </a:xfrm>
          <a:prstGeom prst="rect">
            <a:avLst/>
          </a:prstGeom>
          <a:noFill/>
          <a:ln w="9525">
            <a:noFill/>
            <a:miter lim="800000"/>
            <a:headEnd/>
            <a:tailEnd/>
          </a:ln>
        </p:spPr>
      </p:pic>
      <p:pic>
        <p:nvPicPr>
          <p:cNvPr id="8" name="Picture 2"/>
          <p:cNvPicPr>
            <a:picLocks noChangeAspect="1" noChangeArrowheads="1"/>
          </p:cNvPicPr>
          <p:nvPr/>
        </p:nvPicPr>
        <p:blipFill>
          <a:blip r:embed="rId3" cstate="screen"/>
          <a:srcRect/>
          <a:stretch>
            <a:fillRect/>
          </a:stretch>
        </p:blipFill>
        <p:spPr bwMode="auto">
          <a:xfrm>
            <a:off x="0" y="-27384"/>
            <a:ext cx="12192000" cy="864096"/>
          </a:xfrm>
          <a:prstGeom prst="rect">
            <a:avLst/>
          </a:prstGeom>
          <a:noFill/>
          <a:ln w="9525">
            <a:noFill/>
            <a:miter lim="800000"/>
            <a:headEnd/>
            <a:tailEnd/>
          </a:ln>
          <a:effectLst/>
        </p:spPr>
      </p:pic>
      <p:sp>
        <p:nvSpPr>
          <p:cNvPr id="9" name="1 Título"/>
          <p:cNvSpPr>
            <a:spLocks noGrp="1"/>
          </p:cNvSpPr>
          <p:nvPr>
            <p:ph type="title"/>
          </p:nvPr>
        </p:nvSpPr>
        <p:spPr>
          <a:xfrm>
            <a:off x="0" y="0"/>
            <a:ext cx="12192000" cy="792088"/>
          </a:xfrm>
        </p:spPr>
        <p:txBody>
          <a:bodyPr>
            <a:noAutofit/>
          </a:bodyPr>
          <a:lstStyle>
            <a:lvl1pPr>
              <a:defRPr sz="2800" b="0">
                <a:solidFill>
                  <a:schemeClr val="bg1"/>
                </a:solidFill>
                <a:latin typeface="Arial" panose="020B0604020202020204" pitchFamily="34" charset="0"/>
                <a:cs typeface="Arial" panose="020B0604020202020204" pitchFamily="34" charset="0"/>
              </a:defRPr>
            </a:lvl1pPr>
          </a:lstStyle>
          <a:p>
            <a:r>
              <a:rPr lang="es-ES"/>
              <a:t>Haga clic para modificar el estilo de título del patrón</a:t>
            </a:r>
            <a:endParaRPr lang="es-CO"/>
          </a:p>
        </p:txBody>
      </p:sp>
    </p:spTree>
  </p:cSld>
  <p:clrMapOvr>
    <a:masterClrMapping/>
  </p:clrMapOvr>
  <p:transition spd="slow">
    <p:pull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F288041-BF7D-A24D-A480-3D6559ABBCFB}" type="datetimeFigureOut">
              <a:rPr lang="es-CO" smtClean="0"/>
              <a:t>13/06/2024</a:t>
            </a:fld>
            <a:endParaRPr lang="es-CO" dirty="0"/>
          </a:p>
        </p:txBody>
      </p:sp>
      <p:sp>
        <p:nvSpPr>
          <p:cNvPr id="3" name="Marcador de pie de página 2"/>
          <p:cNvSpPr>
            <a:spLocks noGrp="1"/>
          </p:cNvSpPr>
          <p:nvPr>
            <p:ph type="ftr" sz="quarter" idx="11"/>
          </p:nvPr>
        </p:nvSpPr>
        <p:spPr/>
        <p:txBody>
          <a:bodyPr/>
          <a:lstStyle/>
          <a:p>
            <a:endParaRPr lang="es-CO" dirty="0"/>
          </a:p>
        </p:txBody>
      </p:sp>
      <p:sp>
        <p:nvSpPr>
          <p:cNvPr id="4" name="Marcador de número de diapositiva 3"/>
          <p:cNvSpPr>
            <a:spLocks noGrp="1"/>
          </p:cNvSpPr>
          <p:nvPr>
            <p:ph type="sldNum" sz="quarter" idx="12"/>
          </p:nvPr>
        </p:nvSpPr>
        <p:spPr/>
        <p:txBody>
          <a:bodyPr/>
          <a:lstStyle/>
          <a:p>
            <a:fld id="{7B6901D9-1ED4-B641-B987-E76156135E54}" type="slidenum">
              <a:rPr lang="es-CO" smtClean="0"/>
              <a:t>‹Nº›</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DEA57-DEEF-4918-A208-449DA545727C}" type="datetimeFigureOut">
              <a:rPr lang="es-CO" smtClean="0">
                <a:solidFill>
                  <a:prstClr val="black">
                    <a:tint val="75000"/>
                  </a:prstClr>
                </a:solidFill>
              </a:rPr>
              <a:t>13/06/2024</a:t>
            </a:fld>
            <a:endParaRPr lang="es-CO" dirty="0">
              <a:solidFill>
                <a:prstClr val="black">
                  <a:tint val="75000"/>
                </a:prstClr>
              </a:solidFill>
            </a:endParaRPr>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solidFill>
                <a:prstClr val="black">
                  <a:tint val="75000"/>
                </a:prstClr>
              </a:solidFill>
            </a:endParaRPr>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EF5346-27B3-4F4A-8A2D-2D29ABD4967D}" type="slidenum">
              <a:rPr lang="es-CO" smtClean="0">
                <a:solidFill>
                  <a:prstClr val="black">
                    <a:tint val="75000"/>
                  </a:prstClr>
                </a:solidFill>
              </a:rPr>
              <a:t>‹Nº›</a:t>
            </a:fld>
            <a:endParaRPr lang="es-CO"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hyperlink" Target="https://www.banrep.gov.co/sites/default/files/res_inf_ene2023.xls"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8.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slideLayout" Target="../slideLayouts/slideLayout8.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8.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8.xml"/><Relationship Id="rId5" Type="http://schemas.openxmlformats.org/officeDocument/2006/relationships/image" Target="../media/image28.emf"/><Relationship Id="rId4" Type="http://schemas.openxmlformats.org/officeDocument/2006/relationships/image" Target="../media/image2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8.xml"/><Relationship Id="rId5" Type="http://schemas.openxmlformats.org/officeDocument/2006/relationships/image" Target="../media/image32.emf"/><Relationship Id="rId4" Type="http://schemas.openxmlformats.org/officeDocument/2006/relationships/image" Target="../media/image3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pPr algn="ctr"/>
            <a:r>
              <a:rPr lang="es-CO" sz="4000" dirty="0"/>
              <a:t>Deslizamiento</a:t>
            </a:r>
          </a:p>
        </p:txBody>
      </p:sp>
      <p:sp>
        <p:nvSpPr>
          <p:cNvPr id="3" name="Subtítulo 2"/>
          <p:cNvSpPr>
            <a:spLocks noGrp="1"/>
          </p:cNvSpPr>
          <p:nvPr>
            <p:ph type="subTitle" idx="1"/>
          </p:nvPr>
        </p:nvSpPr>
        <p:spPr>
          <a:xfrm>
            <a:off x="990600" y="5053364"/>
            <a:ext cx="8534400" cy="936104"/>
          </a:xfrm>
        </p:spPr>
        <p:txBody>
          <a:bodyPr/>
          <a:lstStyle/>
          <a:p>
            <a:r>
              <a:rPr lang="es-ES" dirty="0"/>
              <a:t>7 de Junio </a:t>
            </a:r>
            <a:r>
              <a:rPr lang="es-CO" dirty="0"/>
              <a:t>de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Deslizamiento</a:t>
            </a:r>
          </a:p>
        </p:txBody>
      </p:sp>
      <p:sp>
        <p:nvSpPr>
          <p:cNvPr id="4" name="CuadroTexto 3">
            <a:extLst>
              <a:ext uri="{FF2B5EF4-FFF2-40B4-BE49-F238E27FC236}">
                <a16:creationId xmlns:a16="http://schemas.microsoft.com/office/drawing/2014/main" id="{0E0E3B4B-1192-44F8-B1CE-6219CEAC3ABC}"/>
              </a:ext>
            </a:extLst>
          </p:cNvPr>
          <p:cNvSpPr txBox="1"/>
          <p:nvPr/>
        </p:nvSpPr>
        <p:spPr>
          <a:xfrm>
            <a:off x="727638" y="2427955"/>
            <a:ext cx="10441160" cy="2492990"/>
          </a:xfrm>
          <a:prstGeom prst="rect">
            <a:avLst/>
          </a:prstGeom>
          <a:noFill/>
        </p:spPr>
        <p:txBody>
          <a:bodyPr wrap="square" rtlCol="0">
            <a:spAutoFit/>
          </a:bodyPr>
          <a:lstStyle/>
          <a:p>
            <a:pPr marL="342900" indent="-342900" algn="just">
              <a:buFont typeface="Arial" panose="020B0604020202020204" pitchFamily="34" charset="0"/>
              <a:buChar char="•"/>
            </a:pPr>
            <a:r>
              <a:rPr lang="es-MX" sz="2800" dirty="0">
                <a:solidFill>
                  <a:schemeClr val="tx1">
                    <a:lumMod val="75000"/>
                    <a:lumOff val="25000"/>
                  </a:schemeClr>
                </a:solidFill>
                <a:ea typeface="ＭＳ Ｐゴシック" pitchFamily="-84" charset="-128"/>
                <a:cs typeface="Arial" pitchFamily="34" charset="0"/>
              </a:rPr>
              <a:t>El deslizamiento del salario mínimo se entiende como la diferencia entre el cambio porcentual del salario mínimo mensual legal vigente (SMMLV) y la variación porcentual del índice de precios al consumidor (IPC) del año anterior certificado por el DANE.</a:t>
            </a:r>
          </a:p>
          <a:p>
            <a:pPr marL="457200" indent="-457200" algn="just">
              <a:buFont typeface="Arial" panose="020B0604020202020204" pitchFamily="34" charset="0"/>
              <a:buChar char="•"/>
            </a:pPr>
            <a:endParaRPr lang="es-CO" sz="1600" b="1" dirty="0">
              <a:latin typeface="Century Gothic" panose="020B0502020202020204" pitchFamily="34" charset="0"/>
            </a:endParaRPr>
          </a:p>
        </p:txBody>
      </p:sp>
    </p:spTree>
    <p:extLst>
      <p:ext uri="{BB962C8B-B14F-4D97-AF65-F5344CB8AC3E}">
        <p14:creationId xmlns:p14="http://schemas.microsoft.com/office/powerpoint/2010/main" val="756589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Problema y Objetivo</a:t>
            </a:r>
          </a:p>
        </p:txBody>
      </p:sp>
      <p:sp>
        <p:nvSpPr>
          <p:cNvPr id="4" name="CuadroTexto 3">
            <a:extLst>
              <a:ext uri="{FF2B5EF4-FFF2-40B4-BE49-F238E27FC236}">
                <a16:creationId xmlns:a16="http://schemas.microsoft.com/office/drawing/2014/main" id="{0E0E3B4B-1192-44F8-B1CE-6219CEAC3ABC}"/>
              </a:ext>
            </a:extLst>
          </p:cNvPr>
          <p:cNvSpPr txBox="1"/>
          <p:nvPr/>
        </p:nvSpPr>
        <p:spPr>
          <a:xfrm>
            <a:off x="875420" y="1356537"/>
            <a:ext cx="10441160" cy="4832092"/>
          </a:xfrm>
          <a:prstGeom prst="rect">
            <a:avLst/>
          </a:prstGeom>
          <a:noFill/>
        </p:spPr>
        <p:txBody>
          <a:bodyPr wrap="square" rtlCol="0">
            <a:spAutoFit/>
          </a:bodyPr>
          <a:lstStyle/>
          <a:p>
            <a:pPr marL="342900" indent="-342900" algn="just">
              <a:spcBef>
                <a:spcPct val="20000"/>
              </a:spcBef>
              <a:buFont typeface="Arial" pitchFamily="34" charset="0"/>
              <a:buChar char="•"/>
            </a:pPr>
            <a:r>
              <a:rPr lang="es-MX" sz="2200" dirty="0">
                <a:solidFill>
                  <a:srgbClr val="215968"/>
                </a:solidFill>
                <a:latin typeface="+mj-lt"/>
                <a:ea typeface="ＭＳ Ｐゴシック" pitchFamily="-84" charset="-128"/>
                <a:cs typeface="Arial" pitchFamily="34" charset="0"/>
              </a:rPr>
              <a:t>Las mesadas cada año se actualizan según el aumento del IPC, si la nueva mesada calculada es menor al salario mínimo mensual legal vigente, se ajusta para que sea igual al salario mínimo, esto afecta el cálculo del </a:t>
            </a:r>
            <a:r>
              <a:rPr lang="es-MX" sz="2200" b="1" dirty="0">
                <a:solidFill>
                  <a:srgbClr val="215968"/>
                </a:solidFill>
                <a:latin typeface="+mj-lt"/>
                <a:ea typeface="ＭＳ Ｐゴシック" pitchFamily="-84" charset="-128"/>
                <a:cs typeface="Arial" pitchFamily="34" charset="0"/>
              </a:rPr>
              <a:t>valor actuarial técnico estimado</a:t>
            </a:r>
            <a:r>
              <a:rPr lang="es-MX" sz="2200" dirty="0">
                <a:solidFill>
                  <a:srgbClr val="215968"/>
                </a:solidFill>
                <a:latin typeface="+mj-lt"/>
                <a:ea typeface="ＭＳ Ｐゴシック" pitchFamily="-84" charset="-128"/>
                <a:cs typeface="Arial" pitchFamily="34" charset="0"/>
              </a:rPr>
              <a:t> de las pensiones reconocidas por las compañías de seguros.</a:t>
            </a:r>
          </a:p>
          <a:p>
            <a:pPr marL="342900" indent="-342900" algn="just">
              <a:buFont typeface="Arial" panose="020B0604020202020204" pitchFamily="34" charset="0"/>
              <a:buChar char="•"/>
            </a:pPr>
            <a:endParaRPr lang="es-MX" sz="2200" dirty="0">
              <a:latin typeface="Century Gothic" panose="020B0502020202020204" pitchFamily="34" charset="0"/>
            </a:endParaRPr>
          </a:p>
          <a:p>
            <a:pPr marL="342900" indent="-342900" algn="just">
              <a:buFont typeface="Arial" panose="020B0604020202020204" pitchFamily="34" charset="0"/>
              <a:buChar char="•"/>
            </a:pPr>
            <a:endParaRPr lang="es-MX" sz="2200" dirty="0">
              <a:latin typeface="Century Gothic" panose="020B0502020202020204" pitchFamily="34" charset="0"/>
            </a:endParaRPr>
          </a:p>
          <a:p>
            <a:pPr marL="342900" indent="-342900" algn="just">
              <a:buFont typeface="Arial" panose="020B0604020202020204" pitchFamily="34" charset="0"/>
              <a:buChar char="•"/>
            </a:pPr>
            <a:r>
              <a:rPr lang="es-MX" sz="2200" b="1" dirty="0">
                <a:solidFill>
                  <a:schemeClr val="tx1">
                    <a:lumMod val="75000"/>
                    <a:lumOff val="25000"/>
                  </a:schemeClr>
                </a:solidFill>
                <a:ea typeface="ＭＳ Ｐゴシック" pitchFamily="-84" charset="-128"/>
                <a:cs typeface="Arial" pitchFamily="34" charset="0"/>
              </a:rPr>
              <a:t>Objetivo: </a:t>
            </a:r>
            <a:r>
              <a:rPr lang="es-MX" sz="2200" dirty="0">
                <a:solidFill>
                  <a:schemeClr val="tx1">
                    <a:lumMod val="75000"/>
                    <a:lumOff val="25000"/>
                  </a:schemeClr>
                </a:solidFill>
                <a:ea typeface="ＭＳ Ｐゴシック" pitchFamily="-84" charset="-128"/>
                <a:cs typeface="Arial" pitchFamily="34" charset="0"/>
              </a:rPr>
              <a:t>Estimar la Reserva Matemática variando el porcentaje de incremento del </a:t>
            </a:r>
            <a:r>
              <a:rPr lang="es-MX" sz="2400" dirty="0">
                <a:solidFill>
                  <a:srgbClr val="215968"/>
                </a:solidFill>
                <a:latin typeface="+mj-lt"/>
                <a:ea typeface="ＭＳ Ｐゴシック" pitchFamily="-84" charset="-128"/>
                <a:cs typeface="Arial" pitchFamily="34" charset="0"/>
              </a:rPr>
              <a:t>SMMLV e IPC </a:t>
            </a:r>
            <a:r>
              <a:rPr lang="es-MX" sz="2200" dirty="0">
                <a:solidFill>
                  <a:schemeClr val="tx1">
                    <a:lumMod val="75000"/>
                    <a:lumOff val="25000"/>
                  </a:schemeClr>
                </a:solidFill>
                <a:ea typeface="ＭＳ Ｐゴシック" pitchFamily="-84" charset="-128"/>
                <a:cs typeface="Arial" pitchFamily="34" charset="0"/>
              </a:rPr>
              <a:t>y revisar sus impactos.</a:t>
            </a:r>
          </a:p>
          <a:p>
            <a:pPr marL="342900" indent="-342900" algn="just">
              <a:buFont typeface="Arial" panose="020B0604020202020204" pitchFamily="34" charset="0"/>
              <a:buChar char="•"/>
            </a:pPr>
            <a:endParaRPr lang="es-MX" sz="2200" dirty="0">
              <a:solidFill>
                <a:schemeClr val="tx1">
                  <a:lumMod val="75000"/>
                  <a:lumOff val="25000"/>
                </a:schemeClr>
              </a:solidFill>
              <a:ea typeface="ＭＳ Ｐゴシック" pitchFamily="-84" charset="-128"/>
              <a:cs typeface="Arial" pitchFamily="34" charset="0"/>
            </a:endParaRPr>
          </a:p>
          <a:p>
            <a:pPr marL="800100" lvl="2" indent="-342900" algn="just">
              <a:buFont typeface="Wingdings" panose="05000000000000000000" pitchFamily="2" charset="2"/>
              <a:buChar char="Ø"/>
            </a:pPr>
            <a:r>
              <a:rPr lang="es-MX" sz="2200" dirty="0">
                <a:solidFill>
                  <a:schemeClr val="tx1">
                    <a:lumMod val="75000"/>
                    <a:lumOff val="25000"/>
                  </a:schemeClr>
                </a:solidFill>
                <a:ea typeface="ＭＳ Ｐゴシック" pitchFamily="-84" charset="-128"/>
                <a:cs typeface="Arial" pitchFamily="34" charset="0"/>
              </a:rPr>
              <a:t>Realizar la estimación de la reserva matemática de las mesadas, considerando la información del formato 394, con corte a 31 de diciembre de 2023, actualizando las mesadas al 1º de enero de 2024.</a:t>
            </a:r>
          </a:p>
          <a:p>
            <a:pPr marL="914400" lvl="1" indent="-457200" algn="just">
              <a:buFont typeface="Wingdings" panose="05000000000000000000" pitchFamily="2" charset="2"/>
              <a:buChar char="Ø"/>
            </a:pPr>
            <a:endParaRPr lang="es-MX" sz="2200" dirty="0">
              <a:latin typeface="Century Gothic" panose="020B0502020202020204" pitchFamily="34" charset="0"/>
            </a:endParaRPr>
          </a:p>
          <a:p>
            <a:pPr marL="457200" indent="-457200" algn="just">
              <a:buFont typeface="Arial" panose="020B0604020202020204" pitchFamily="34" charset="0"/>
              <a:buChar char="•"/>
            </a:pPr>
            <a:endParaRPr lang="es-CO" sz="2200" b="1" dirty="0">
              <a:latin typeface="Century Gothic" panose="020B0502020202020204" pitchFamily="34" charset="0"/>
            </a:endParaRPr>
          </a:p>
        </p:txBody>
      </p:sp>
    </p:spTree>
    <p:extLst>
      <p:ext uri="{BB962C8B-B14F-4D97-AF65-F5344CB8AC3E}">
        <p14:creationId xmlns:p14="http://schemas.microsoft.com/office/powerpoint/2010/main" val="1119046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3352" y="332656"/>
            <a:ext cx="10950080" cy="470234"/>
          </a:xfrm>
        </p:spPr>
        <p:txBody>
          <a:bodyPr/>
          <a:lstStyle/>
          <a:p>
            <a:r>
              <a:rPr lang="es-ES_tradnl" altLang="es-CO" dirty="0"/>
              <a:t>Reservas Matemáticas RL  - Dic. de 2023 (F394)</a:t>
            </a:r>
          </a:p>
        </p:txBody>
      </p:sp>
      <p:sp>
        <p:nvSpPr>
          <p:cNvPr id="3" name="CuadroTexto 2">
            <a:extLst>
              <a:ext uri="{FF2B5EF4-FFF2-40B4-BE49-F238E27FC236}">
                <a16:creationId xmlns:a16="http://schemas.microsoft.com/office/drawing/2014/main" id="{14FFE073-D98B-423F-ACBF-364DE9235E8E}"/>
              </a:ext>
            </a:extLst>
          </p:cNvPr>
          <p:cNvSpPr txBox="1"/>
          <p:nvPr/>
        </p:nvSpPr>
        <p:spPr>
          <a:xfrm>
            <a:off x="9390862" y="6525344"/>
            <a:ext cx="2801138" cy="276999"/>
          </a:xfrm>
          <a:prstGeom prst="rect">
            <a:avLst/>
          </a:prstGeom>
          <a:noFill/>
        </p:spPr>
        <p:txBody>
          <a:bodyPr wrap="square" rtlCol="0">
            <a:spAutoFit/>
          </a:bodyPr>
          <a:lstStyle/>
          <a:p>
            <a:r>
              <a:rPr lang="es-CO" sz="1200" dirty="0">
                <a:solidFill>
                  <a:schemeClr val="bg1">
                    <a:lumMod val="50000"/>
                  </a:schemeClr>
                </a:solidFill>
              </a:rPr>
              <a:t>* Cifras en Millones de Pesos</a:t>
            </a:r>
          </a:p>
        </p:txBody>
      </p:sp>
      <p:sp>
        <p:nvSpPr>
          <p:cNvPr id="17" name="Título 1">
            <a:extLst>
              <a:ext uri="{FF2B5EF4-FFF2-40B4-BE49-F238E27FC236}">
                <a16:creationId xmlns:a16="http://schemas.microsoft.com/office/drawing/2014/main" id="{AAA406D5-50B9-013B-5504-7F4E5FE3B697}"/>
              </a:ext>
            </a:extLst>
          </p:cNvPr>
          <p:cNvSpPr txBox="1">
            <a:spLocks/>
          </p:cNvSpPr>
          <p:nvPr/>
        </p:nvSpPr>
        <p:spPr>
          <a:xfrm>
            <a:off x="444170" y="1539973"/>
            <a:ext cx="5347298" cy="470234"/>
          </a:xfrm>
          <a:prstGeom prst="rect">
            <a:avLst/>
          </a:prstGeom>
        </p:spPr>
        <p:txBody>
          <a:bodyPr vert="horz" lIns="91440" tIns="45720" rIns="91440" bIns="45720" rtlCol="0" anchor="ctr">
            <a:noAutofit/>
          </a:bodyPr>
          <a:lstStyle>
            <a:defPPr>
              <a:defRPr lang="es-CO"/>
            </a:defPPr>
            <a:lvl1pPr algn="ctr">
              <a:spcBef>
                <a:spcPct val="0"/>
              </a:spcBef>
              <a:buNone/>
              <a:defRPr sz="2400" b="0">
                <a:solidFill>
                  <a:srgbClr val="215968"/>
                </a:solidFill>
                <a:latin typeface="+mj-lt"/>
                <a:ea typeface="ＭＳ Ｐゴシック" pitchFamily="-84" charset="-128"/>
                <a:cs typeface="Arial" panose="020B0604020202020204" pitchFamily="34" charset="0"/>
              </a:defRPr>
            </a:lvl1pPr>
          </a:lstStyle>
          <a:p>
            <a:r>
              <a:rPr lang="es-ES_tradnl" altLang="es-CO" dirty="0"/>
              <a:t>Origen de Pensión</a:t>
            </a:r>
          </a:p>
        </p:txBody>
      </p:sp>
      <p:sp>
        <p:nvSpPr>
          <p:cNvPr id="18" name="Título 1">
            <a:extLst>
              <a:ext uri="{FF2B5EF4-FFF2-40B4-BE49-F238E27FC236}">
                <a16:creationId xmlns:a16="http://schemas.microsoft.com/office/drawing/2014/main" id="{A4813C29-C8A7-F804-A93A-5B0D4AAED2B0}"/>
              </a:ext>
            </a:extLst>
          </p:cNvPr>
          <p:cNvSpPr txBox="1">
            <a:spLocks/>
          </p:cNvSpPr>
          <p:nvPr/>
        </p:nvSpPr>
        <p:spPr>
          <a:xfrm>
            <a:off x="444170" y="3415986"/>
            <a:ext cx="5135025" cy="470234"/>
          </a:xfrm>
          <a:prstGeom prst="rect">
            <a:avLst/>
          </a:prstGeom>
        </p:spPr>
        <p:txBody>
          <a:bodyPr vert="horz" lIns="91440" tIns="45720" rIns="91440" bIns="45720" rtlCol="0" anchor="ctr">
            <a:noAutofit/>
          </a:bodyPr>
          <a:lstStyle>
            <a:defPPr>
              <a:defRPr lang="es-CO"/>
            </a:defPPr>
            <a:lvl1pPr algn="ctr">
              <a:spcBef>
                <a:spcPct val="0"/>
              </a:spcBef>
              <a:buNone/>
              <a:defRPr sz="2400" b="0">
                <a:solidFill>
                  <a:srgbClr val="215968"/>
                </a:solidFill>
                <a:latin typeface="+mj-lt"/>
                <a:ea typeface="ＭＳ Ｐゴシック" pitchFamily="-84" charset="-128"/>
                <a:cs typeface="Arial" panose="020B0604020202020204" pitchFamily="34" charset="0"/>
              </a:defRPr>
            </a:lvl1pPr>
          </a:lstStyle>
          <a:p>
            <a:r>
              <a:rPr lang="es-ES_tradnl" altLang="es-CO" dirty="0"/>
              <a:t>Valor de Reserva Matemática</a:t>
            </a:r>
          </a:p>
        </p:txBody>
      </p:sp>
      <p:cxnSp>
        <p:nvCxnSpPr>
          <p:cNvPr id="5" name="Conector recto 4">
            <a:extLst>
              <a:ext uri="{FF2B5EF4-FFF2-40B4-BE49-F238E27FC236}">
                <a16:creationId xmlns:a16="http://schemas.microsoft.com/office/drawing/2014/main" id="{EA536BFE-0F71-C65C-35A8-823D384B654F}"/>
              </a:ext>
            </a:extLst>
          </p:cNvPr>
          <p:cNvCxnSpPr/>
          <p:nvPr/>
        </p:nvCxnSpPr>
        <p:spPr>
          <a:xfrm>
            <a:off x="6231988" y="1125415"/>
            <a:ext cx="0" cy="5399929"/>
          </a:xfrm>
          <a:prstGeom prst="line">
            <a:avLst/>
          </a:prstGeom>
        </p:spPr>
        <p:style>
          <a:lnRef idx="1">
            <a:schemeClr val="accent1"/>
          </a:lnRef>
          <a:fillRef idx="0">
            <a:schemeClr val="accent1"/>
          </a:fillRef>
          <a:effectRef idx="0">
            <a:schemeClr val="accent1"/>
          </a:effectRef>
          <a:fontRef idx="minor">
            <a:schemeClr val="tx1"/>
          </a:fontRef>
        </p:style>
      </p:cxnSp>
      <p:sp>
        <p:nvSpPr>
          <p:cNvPr id="6" name="Título 1">
            <a:extLst>
              <a:ext uri="{FF2B5EF4-FFF2-40B4-BE49-F238E27FC236}">
                <a16:creationId xmlns:a16="http://schemas.microsoft.com/office/drawing/2014/main" id="{664D5183-3AD6-54D0-E44A-A55D78037F3E}"/>
              </a:ext>
            </a:extLst>
          </p:cNvPr>
          <p:cNvSpPr txBox="1">
            <a:spLocks/>
          </p:cNvSpPr>
          <p:nvPr/>
        </p:nvSpPr>
        <p:spPr>
          <a:xfrm>
            <a:off x="6561271" y="1455565"/>
            <a:ext cx="5347298" cy="4800092"/>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400" dirty="0">
                <a:solidFill>
                  <a:srgbClr val="215968"/>
                </a:solidFill>
                <a:ea typeface="ＭＳ Ｐゴシック" pitchFamily="-84" charset="-128"/>
              </a:rPr>
              <a:t>Supuestos</a:t>
            </a:r>
          </a:p>
          <a:p>
            <a:pPr algn="ctr"/>
            <a:endParaRPr lang="es-ES_tradnl" altLang="es-CO" sz="2400" dirty="0">
              <a:solidFill>
                <a:srgbClr val="215968"/>
              </a:solidFill>
              <a:ea typeface="ＭＳ Ｐゴシック" pitchFamily="-84" charset="-128"/>
            </a:endParaRPr>
          </a:p>
          <a:p>
            <a:pPr marL="342900" indent="-342900" algn="just">
              <a:buFont typeface="Arial" panose="020B0604020202020204" pitchFamily="34" charset="0"/>
              <a:buChar char="•"/>
            </a:pPr>
            <a:r>
              <a:rPr lang="es-ES_tradnl" altLang="es-CO" sz="2400" dirty="0">
                <a:solidFill>
                  <a:schemeClr val="bg1">
                    <a:lumMod val="50000"/>
                  </a:schemeClr>
                </a:solidFill>
                <a:ea typeface="ＭＳ Ｐゴシック" pitchFamily="-84" charset="-128"/>
              </a:rPr>
              <a:t>Ajuste de mesadas por IPC.</a:t>
            </a:r>
          </a:p>
          <a:p>
            <a:pPr marL="342900" indent="-342900" algn="just">
              <a:buFont typeface="Arial" panose="020B0604020202020204" pitchFamily="34" charset="0"/>
              <a:buChar char="•"/>
            </a:pPr>
            <a:r>
              <a:rPr lang="es-ES_tradnl" altLang="es-CO" sz="2400" dirty="0">
                <a:solidFill>
                  <a:schemeClr val="bg1">
                    <a:lumMod val="50000"/>
                  </a:schemeClr>
                </a:solidFill>
                <a:ea typeface="ＭＳ Ｐゴシック" pitchFamily="-84" charset="-128"/>
              </a:rPr>
              <a:t>Tabla de mortalidad con Mejoras.</a:t>
            </a:r>
          </a:p>
          <a:p>
            <a:pPr marL="342900" indent="-342900" algn="just">
              <a:buFont typeface="Arial" panose="020B0604020202020204" pitchFamily="34" charset="0"/>
              <a:buChar char="•"/>
            </a:pPr>
            <a:r>
              <a:rPr lang="es-ES_tradnl" altLang="es-CO" sz="2400" dirty="0">
                <a:solidFill>
                  <a:schemeClr val="bg1">
                    <a:lumMod val="50000"/>
                  </a:schemeClr>
                </a:solidFill>
                <a:ea typeface="ＭＳ Ｐゴシック" pitchFamily="-84" charset="-128"/>
              </a:rPr>
              <a:t>Factor de gastos aplicado RM</a:t>
            </a:r>
          </a:p>
          <a:p>
            <a:pPr marL="342900" indent="-342900" algn="just">
              <a:buFont typeface="Arial" panose="020B0604020202020204" pitchFamily="34" charset="0"/>
              <a:buChar char="•"/>
            </a:pPr>
            <a:r>
              <a:rPr lang="es-ES_tradnl" altLang="es-CO" sz="2400" dirty="0">
                <a:solidFill>
                  <a:schemeClr val="bg1">
                    <a:lumMod val="50000"/>
                  </a:schemeClr>
                </a:solidFill>
                <a:ea typeface="ＭＳ Ｐゴシック" pitchFamily="-84" charset="-128"/>
              </a:rPr>
              <a:t>Tabla de mortalidad  sin mejoras.</a:t>
            </a:r>
          </a:p>
          <a:p>
            <a:pPr marL="342900" indent="-342900" algn="just">
              <a:buFont typeface="Arial" panose="020B0604020202020204" pitchFamily="34" charset="0"/>
              <a:buChar char="•"/>
            </a:pPr>
            <a:r>
              <a:rPr lang="es-ES_tradnl" altLang="es-CO" sz="2400" dirty="0">
                <a:solidFill>
                  <a:schemeClr val="bg1">
                    <a:lumMod val="50000"/>
                  </a:schemeClr>
                </a:solidFill>
                <a:ea typeface="ＭＳ Ｐゴシック" pitchFamily="-84" charset="-128"/>
              </a:rPr>
              <a:t>¿Aplican factores de deslizamiento ?</a:t>
            </a:r>
          </a:p>
          <a:p>
            <a:pPr marL="342900" indent="-342900" algn="just">
              <a:buFont typeface="Arial" panose="020B0604020202020204" pitchFamily="34" charset="0"/>
              <a:buChar char="•"/>
            </a:pPr>
            <a:endParaRPr lang="es-ES_tradnl" altLang="es-CO" sz="24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2400" dirty="0">
              <a:solidFill>
                <a:schemeClr val="bg1">
                  <a:lumMod val="50000"/>
                </a:schemeClr>
              </a:solidFill>
              <a:ea typeface="ＭＳ Ｐゴシック" pitchFamily="-84" charset="-128"/>
            </a:endParaRPr>
          </a:p>
          <a:p>
            <a:pPr algn="ctr"/>
            <a:endParaRPr lang="es-ES_tradnl" altLang="es-CO" sz="2400" dirty="0">
              <a:solidFill>
                <a:srgbClr val="215968"/>
              </a:solidFill>
              <a:ea typeface="ＭＳ Ｐゴシック" pitchFamily="-84" charset="-128"/>
            </a:endParaRPr>
          </a:p>
        </p:txBody>
      </p:sp>
      <p:pic>
        <p:nvPicPr>
          <p:cNvPr id="11" name="Imagen 10">
            <a:extLst>
              <a:ext uri="{FF2B5EF4-FFF2-40B4-BE49-F238E27FC236}">
                <a16:creationId xmlns:a16="http://schemas.microsoft.com/office/drawing/2014/main" id="{D0A86518-8B07-8070-6F5D-1A3535042447}"/>
              </a:ext>
            </a:extLst>
          </p:cNvPr>
          <p:cNvPicPr>
            <a:picLocks noChangeAspect="1"/>
          </p:cNvPicPr>
          <p:nvPr/>
        </p:nvPicPr>
        <p:blipFill>
          <a:blip r:embed="rId2"/>
          <a:stretch>
            <a:fillRect/>
          </a:stretch>
        </p:blipFill>
        <p:spPr>
          <a:xfrm>
            <a:off x="330394" y="4237797"/>
            <a:ext cx="5362575" cy="857250"/>
          </a:xfrm>
          <a:prstGeom prst="rect">
            <a:avLst/>
          </a:prstGeom>
        </p:spPr>
      </p:pic>
      <p:pic>
        <p:nvPicPr>
          <p:cNvPr id="12" name="Imagen 11">
            <a:extLst>
              <a:ext uri="{FF2B5EF4-FFF2-40B4-BE49-F238E27FC236}">
                <a16:creationId xmlns:a16="http://schemas.microsoft.com/office/drawing/2014/main" id="{6C54926A-EB41-69AB-A189-F516F1D4FCAC}"/>
              </a:ext>
            </a:extLst>
          </p:cNvPr>
          <p:cNvPicPr>
            <a:picLocks noChangeAspect="1"/>
          </p:cNvPicPr>
          <p:nvPr/>
        </p:nvPicPr>
        <p:blipFill>
          <a:blip r:embed="rId3"/>
          <a:stretch>
            <a:fillRect/>
          </a:stretch>
        </p:blipFill>
        <p:spPr>
          <a:xfrm>
            <a:off x="688944" y="2257638"/>
            <a:ext cx="4857750" cy="857250"/>
          </a:xfrm>
          <a:prstGeom prst="rect">
            <a:avLst/>
          </a:prstGeom>
        </p:spPr>
      </p:pic>
      <p:sp>
        <p:nvSpPr>
          <p:cNvPr id="4" name="Google Shape;734;p47">
            <a:extLst>
              <a:ext uri="{FF2B5EF4-FFF2-40B4-BE49-F238E27FC236}">
                <a16:creationId xmlns:a16="http://schemas.microsoft.com/office/drawing/2014/main" id="{BDBE1FCC-65C3-C9D6-B373-E4E0EDD6C2F5}"/>
              </a:ext>
            </a:extLst>
          </p:cNvPr>
          <p:cNvSpPr/>
          <p:nvPr/>
        </p:nvSpPr>
        <p:spPr>
          <a:xfrm>
            <a:off x="6561271" y="1890912"/>
            <a:ext cx="5513496" cy="2915550"/>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7" name="Google Shape;740;p47">
            <a:extLst>
              <a:ext uri="{FF2B5EF4-FFF2-40B4-BE49-F238E27FC236}">
                <a16:creationId xmlns:a16="http://schemas.microsoft.com/office/drawing/2014/main" id="{8A2849D3-C337-DE97-77ED-49394880884A}"/>
              </a:ext>
            </a:extLst>
          </p:cNvPr>
          <p:cNvSpPr/>
          <p:nvPr/>
        </p:nvSpPr>
        <p:spPr>
          <a:xfrm>
            <a:off x="7996640" y="2010207"/>
            <a:ext cx="2307389" cy="460824"/>
          </a:xfrm>
          <a:prstGeom prst="rect">
            <a:avLst/>
          </a:prstGeom>
          <a:noFill/>
          <a:ln w="9525" cap="flat" cmpd="sng">
            <a:solidFill>
              <a:srgbClr val="02848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lang="es-CO" sz="1400" b="1" i="0" u="none" strike="noStrike" cap="none" dirty="0">
              <a:solidFill>
                <a:srgbClr val="666666"/>
              </a:solidFill>
              <a:latin typeface="Franklin Gothic Book" panose="020B0503020102020204" pitchFamily="34" charset="0"/>
              <a:ea typeface="Lato"/>
              <a:cs typeface="Lato"/>
              <a:sym typeface="Lato"/>
            </a:endParaRPr>
          </a:p>
        </p:txBody>
      </p:sp>
    </p:spTree>
    <p:extLst>
      <p:ext uri="{BB962C8B-B14F-4D97-AF65-F5344CB8AC3E}">
        <p14:creationId xmlns:p14="http://schemas.microsoft.com/office/powerpoint/2010/main" val="1481266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altLang="es-CO" dirty="0"/>
              <a:t>Incremento anual del SMMLV vs. Incremento del IPC (%) </a:t>
            </a:r>
            <a:endParaRPr lang="es-ES_tradnl" altLang="es-CO" dirty="0"/>
          </a:p>
        </p:txBody>
      </p:sp>
      <p:graphicFrame>
        <p:nvGraphicFramePr>
          <p:cNvPr id="5" name="Gráfico 4">
            <a:extLst>
              <a:ext uri="{FF2B5EF4-FFF2-40B4-BE49-F238E27FC236}">
                <a16:creationId xmlns:a16="http://schemas.microsoft.com/office/drawing/2014/main" id="{13C9AF03-FB0B-40A3-2EF6-3E3C9D5753B0}"/>
              </a:ext>
            </a:extLst>
          </p:cNvPr>
          <p:cNvGraphicFramePr>
            <a:graphicFrameLocks/>
          </p:cNvGraphicFramePr>
          <p:nvPr>
            <p:extLst>
              <p:ext uri="{D42A27DB-BD31-4B8C-83A1-F6EECF244321}">
                <p14:modId xmlns:p14="http://schemas.microsoft.com/office/powerpoint/2010/main" val="1817405427"/>
              </p:ext>
            </p:extLst>
          </p:nvPr>
        </p:nvGraphicFramePr>
        <p:xfrm>
          <a:off x="0" y="1023043"/>
          <a:ext cx="12192000" cy="54320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9438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Metodología Deslizamiento.</a:t>
            </a:r>
          </a:p>
        </p:txBody>
      </p:sp>
      <p:sp>
        <p:nvSpPr>
          <p:cNvPr id="4" name="CuadroTexto 3">
            <a:extLst>
              <a:ext uri="{FF2B5EF4-FFF2-40B4-BE49-F238E27FC236}">
                <a16:creationId xmlns:a16="http://schemas.microsoft.com/office/drawing/2014/main" id="{0E0E3B4B-1192-44F8-B1CE-6219CEAC3ABC}"/>
              </a:ext>
            </a:extLst>
          </p:cNvPr>
          <p:cNvSpPr txBox="1"/>
          <p:nvPr/>
        </p:nvSpPr>
        <p:spPr>
          <a:xfrm>
            <a:off x="407964" y="1043731"/>
            <a:ext cx="11113476" cy="4770537"/>
          </a:xfrm>
          <a:prstGeom prst="rect">
            <a:avLst/>
          </a:prstGeom>
          <a:noFill/>
        </p:spPr>
        <p:txBody>
          <a:bodyPr wrap="square" rtlCol="0">
            <a:spAutoFit/>
          </a:bodyPr>
          <a:lstStyle/>
          <a:p>
            <a:pPr marL="800100" lvl="1" indent="-342900" algn="just">
              <a:buFont typeface="Arial" panose="020B0604020202020204" pitchFamily="34" charset="0"/>
              <a:buChar char="•"/>
            </a:pPr>
            <a:r>
              <a:rPr lang="es-MX" sz="2000" dirty="0">
                <a:solidFill>
                  <a:schemeClr val="accent6"/>
                </a:solidFill>
                <a:latin typeface="+mj-lt"/>
              </a:rPr>
              <a:t>Aumentar las mesadas con IPC  de (9,28%) y las que no superen un salario mínimo se ajustan a un $1.300.000.</a:t>
            </a:r>
          </a:p>
          <a:p>
            <a:pPr marL="800100" lvl="1" indent="-342900" algn="just">
              <a:buFont typeface="Arial" panose="020B0604020202020204" pitchFamily="34" charset="0"/>
              <a:buChar char="•"/>
            </a:pPr>
            <a:endParaRPr lang="es-MX" sz="2000" dirty="0">
              <a:solidFill>
                <a:schemeClr val="accent6"/>
              </a:solidFill>
              <a:latin typeface="+mj-lt"/>
            </a:endParaRPr>
          </a:p>
          <a:p>
            <a:pPr marL="800100" lvl="1" indent="-342900" algn="just">
              <a:buFont typeface="Arial" panose="020B0604020202020204" pitchFamily="34" charset="0"/>
              <a:buChar char="•"/>
            </a:pPr>
            <a:r>
              <a:rPr lang="es-CO" sz="2000" dirty="0">
                <a:solidFill>
                  <a:schemeClr val="accent6"/>
                </a:solidFill>
                <a:latin typeface="+mj-lt"/>
              </a:rPr>
              <a:t>Estimar dos factores de deslizamiento con base en el promedio de los últimos 20 años (1,67%) y este mismo periodo sin incluir los últimos 4 años (1,41)*</a:t>
            </a:r>
          </a:p>
          <a:p>
            <a:pPr marL="800100" lvl="1" indent="-342900" algn="just">
              <a:buFont typeface="Arial" panose="020B0604020202020204" pitchFamily="34" charset="0"/>
              <a:buChar char="•"/>
            </a:pPr>
            <a:endParaRPr lang="es-CO" sz="2000" dirty="0">
              <a:solidFill>
                <a:schemeClr val="accent6"/>
              </a:solidFill>
              <a:latin typeface="+mj-lt"/>
            </a:endParaRPr>
          </a:p>
          <a:p>
            <a:pPr marL="800100" lvl="1" indent="-342900" algn="just">
              <a:buFont typeface="Arial" panose="020B0604020202020204" pitchFamily="34" charset="0"/>
              <a:buChar char="•"/>
            </a:pPr>
            <a:r>
              <a:rPr lang="es-CO" sz="2000" dirty="0">
                <a:solidFill>
                  <a:schemeClr val="accent6"/>
                </a:solidFill>
                <a:latin typeface="+mj-lt"/>
              </a:rPr>
              <a:t>El crecimiento del IPC de los primeros dos años se consideró con los mejores informantes de las expectativas de inflación del Banco de la República</a:t>
            </a:r>
            <a:r>
              <a:rPr lang="es-CO" sz="2000" dirty="0">
                <a:latin typeface="+mj-lt"/>
              </a:rPr>
              <a:t>(</a:t>
            </a:r>
            <a:r>
              <a:rPr lang="es-CO" sz="2000" dirty="0">
                <a:latin typeface="+mj-lt"/>
                <a:hlinkClick r:id="rId2"/>
              </a:rPr>
              <a:t>https://www.banrep.gov.co/sites/default/files/res_inf_ene2023.xls</a:t>
            </a:r>
            <a:r>
              <a:rPr lang="es-CO" sz="2000" dirty="0">
                <a:latin typeface="+mj-lt"/>
              </a:rPr>
              <a:t>)</a:t>
            </a:r>
          </a:p>
          <a:p>
            <a:pPr marL="800100" lvl="1" indent="-342900" algn="just">
              <a:buFont typeface="Wingdings" panose="05000000000000000000" pitchFamily="2" charset="2"/>
              <a:buChar char="Ø"/>
            </a:pPr>
            <a:endParaRPr lang="es-CO" sz="2000" dirty="0">
              <a:latin typeface="+mj-lt"/>
            </a:endParaRPr>
          </a:p>
          <a:p>
            <a:pPr lvl="1">
              <a:spcBef>
                <a:spcPct val="20000"/>
              </a:spcBef>
            </a:pPr>
            <a:r>
              <a:rPr lang="es-CO" sz="2000" b="1" dirty="0">
                <a:solidFill>
                  <a:schemeClr val="tx1">
                    <a:lumMod val="75000"/>
                    <a:lumOff val="25000"/>
                  </a:schemeClr>
                </a:solidFill>
                <a:ea typeface="ＭＳ Ｐゴシック" pitchFamily="-84" charset="-128"/>
                <a:cs typeface="Arial" pitchFamily="34" charset="0"/>
              </a:rPr>
              <a:t>Se consideraron tres escenarios:</a:t>
            </a:r>
          </a:p>
          <a:p>
            <a:pPr marL="285750" indent="-285750" algn="just">
              <a:buFont typeface="Arial" panose="020B0604020202020204" pitchFamily="34" charset="0"/>
              <a:buChar char="•"/>
            </a:pPr>
            <a:endParaRPr lang="es-CO" sz="2000" b="1" dirty="0">
              <a:latin typeface="+mj-lt"/>
            </a:endParaRPr>
          </a:p>
          <a:p>
            <a:pPr marL="1371600" lvl="2" indent="-457200" algn="just">
              <a:buFont typeface="Wingdings" panose="05000000000000000000" pitchFamily="2" charset="2"/>
              <a:buChar char="§"/>
            </a:pPr>
            <a:r>
              <a:rPr lang="es-CO" sz="2000" b="1" dirty="0" err="1">
                <a:solidFill>
                  <a:schemeClr val="accent6"/>
                </a:solidFill>
                <a:latin typeface="+mj-lt"/>
              </a:rPr>
              <a:t>Esc_Base</a:t>
            </a:r>
            <a:r>
              <a:rPr lang="es-CO" sz="2000" b="1" dirty="0">
                <a:solidFill>
                  <a:schemeClr val="accent6"/>
                </a:solidFill>
                <a:latin typeface="+mj-lt"/>
              </a:rPr>
              <a:t>: </a:t>
            </a:r>
            <a:r>
              <a:rPr lang="es-CO" sz="2000" dirty="0">
                <a:solidFill>
                  <a:schemeClr val="accent6"/>
                </a:solidFill>
                <a:latin typeface="+mj-lt"/>
              </a:rPr>
              <a:t>Crecimiento esperado (IPC y salario mínimo) </a:t>
            </a:r>
          </a:p>
          <a:p>
            <a:pPr marL="1371600" lvl="2" indent="-457200" algn="just">
              <a:buFont typeface="Wingdings" panose="05000000000000000000" pitchFamily="2" charset="2"/>
              <a:buChar char="§"/>
            </a:pPr>
            <a:r>
              <a:rPr lang="es-CO" sz="2000" b="1" dirty="0">
                <a:solidFill>
                  <a:schemeClr val="accent6"/>
                </a:solidFill>
                <a:latin typeface="+mj-lt"/>
              </a:rPr>
              <a:t>Esc_No1:  </a:t>
            </a:r>
            <a:r>
              <a:rPr lang="es-CO" sz="2000" dirty="0">
                <a:solidFill>
                  <a:schemeClr val="accent6"/>
                </a:solidFill>
                <a:latin typeface="+mj-lt"/>
              </a:rPr>
              <a:t>Crecimiento esperado incluyendo deslizamiento (1,67%). </a:t>
            </a:r>
          </a:p>
          <a:p>
            <a:pPr marL="1371600" lvl="2" indent="-457200" algn="just">
              <a:buFont typeface="Wingdings" panose="05000000000000000000" pitchFamily="2" charset="2"/>
              <a:buChar char="§"/>
            </a:pPr>
            <a:r>
              <a:rPr lang="es-CO" sz="2000" b="1" dirty="0">
                <a:solidFill>
                  <a:schemeClr val="accent6"/>
                </a:solidFill>
                <a:latin typeface="+mj-lt"/>
              </a:rPr>
              <a:t>Esc_No2:  </a:t>
            </a:r>
            <a:r>
              <a:rPr lang="es-CO" sz="2000" dirty="0">
                <a:solidFill>
                  <a:schemeClr val="accent6"/>
                </a:solidFill>
                <a:latin typeface="+mj-lt"/>
              </a:rPr>
              <a:t>Crecimiento esperado incluyendo deslizamiento (1,41%)*.</a:t>
            </a:r>
            <a:r>
              <a:rPr lang="es-CO" sz="2000" dirty="0">
                <a:solidFill>
                  <a:schemeClr val="accent6"/>
                </a:solidFill>
                <a:latin typeface="Century Gothic" panose="020B0502020202020204" pitchFamily="34" charset="0"/>
              </a:rPr>
              <a:t>   </a:t>
            </a:r>
            <a:endParaRPr lang="es-CO" sz="2000" b="1" dirty="0">
              <a:solidFill>
                <a:schemeClr val="accent6"/>
              </a:solidFill>
              <a:latin typeface="Century Gothic" panose="020B0502020202020204" pitchFamily="34" charset="0"/>
            </a:endParaRPr>
          </a:p>
        </p:txBody>
      </p:sp>
      <p:sp>
        <p:nvSpPr>
          <p:cNvPr id="3" name="CuadroTexto 2">
            <a:extLst>
              <a:ext uri="{FF2B5EF4-FFF2-40B4-BE49-F238E27FC236}">
                <a16:creationId xmlns:a16="http://schemas.microsoft.com/office/drawing/2014/main" id="{859C8F14-3783-AB63-42A7-8F318FBD61E5}"/>
              </a:ext>
            </a:extLst>
          </p:cNvPr>
          <p:cNvSpPr txBox="1"/>
          <p:nvPr/>
        </p:nvSpPr>
        <p:spPr>
          <a:xfrm>
            <a:off x="1577788" y="6371455"/>
            <a:ext cx="5339903" cy="307777"/>
          </a:xfrm>
          <a:prstGeom prst="rect">
            <a:avLst/>
          </a:prstGeom>
          <a:noFill/>
        </p:spPr>
        <p:txBody>
          <a:bodyPr wrap="square" rtlCol="0">
            <a:spAutoFit/>
          </a:bodyPr>
          <a:lstStyle/>
          <a:p>
            <a:r>
              <a:rPr lang="es-CO" sz="1400" dirty="0">
                <a:latin typeface="+mj-lt"/>
              </a:rPr>
              <a:t>* Sin tener en cuenta los cuatro años de gran impacto de COVID-19</a:t>
            </a:r>
            <a:endParaRPr lang="es-CO" sz="2000" dirty="0">
              <a:latin typeface="Century Gothic" panose="020B0502020202020204" pitchFamily="34" charset="0"/>
            </a:endParaRPr>
          </a:p>
        </p:txBody>
      </p:sp>
    </p:spTree>
    <p:extLst>
      <p:ext uri="{BB962C8B-B14F-4D97-AF65-F5344CB8AC3E}">
        <p14:creationId xmlns:p14="http://schemas.microsoft.com/office/powerpoint/2010/main" val="2863548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A3520336-155E-421B-7F4F-702562D2C68E}"/>
              </a:ext>
            </a:extLst>
          </p:cNvPr>
          <p:cNvSpPr/>
          <p:nvPr/>
        </p:nvSpPr>
        <p:spPr>
          <a:xfrm>
            <a:off x="372363" y="5039520"/>
            <a:ext cx="2028186" cy="1076188"/>
          </a:xfrm>
          <a:prstGeom prst="rect">
            <a:avLst/>
          </a:prstGeom>
          <a:solidFill>
            <a:schemeClr val="accent5">
              <a:lumMod val="20000"/>
              <a:lumOff val="80000"/>
            </a:schemeClr>
          </a:solidFill>
          <a:ln>
            <a:solidFill>
              <a:schemeClr val="accent5">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cs typeface="Arial" panose="020B0604020202020204" pitchFamily="34" charset="0"/>
            </a:endParaRPr>
          </a:p>
        </p:txBody>
      </p:sp>
      <p:sp>
        <p:nvSpPr>
          <p:cNvPr id="19" name="Rectángulo 18">
            <a:extLst>
              <a:ext uri="{FF2B5EF4-FFF2-40B4-BE49-F238E27FC236}">
                <a16:creationId xmlns:a16="http://schemas.microsoft.com/office/drawing/2014/main" id="{7E34B2FA-7462-C876-AE0E-FF249D0E31B0}"/>
              </a:ext>
            </a:extLst>
          </p:cNvPr>
          <p:cNvSpPr/>
          <p:nvPr/>
        </p:nvSpPr>
        <p:spPr>
          <a:xfrm>
            <a:off x="2393958" y="4134236"/>
            <a:ext cx="3677451" cy="290662"/>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2" name="Título 1"/>
          <p:cNvSpPr>
            <a:spLocks noGrp="1"/>
          </p:cNvSpPr>
          <p:nvPr>
            <p:ph type="title"/>
          </p:nvPr>
        </p:nvSpPr>
        <p:spPr/>
        <p:txBody>
          <a:bodyPr/>
          <a:lstStyle/>
          <a:p>
            <a:r>
              <a:rPr lang="es-ES_tradnl" altLang="es-CO" dirty="0"/>
              <a:t>Metodología Deslizamiento – Escenario Base</a:t>
            </a:r>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8DD15491-6C4A-5EF4-6108-6F5EF13828FA}"/>
                  </a:ext>
                </a:extLst>
              </p:cNvPr>
              <p:cNvSpPr txBox="1"/>
              <p:nvPr/>
            </p:nvSpPr>
            <p:spPr>
              <a:xfrm>
                <a:off x="2393959" y="4134236"/>
                <a:ext cx="3839626" cy="30777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𝑅</m:t>
                          </m:r>
                        </m:e>
                        <m:sub>
                          <m:r>
                            <a:rPr lang="es-MX" sz="1400" b="0" i="1" smtClean="0">
                              <a:latin typeface="Cambria Math" panose="02040503050406030204" pitchFamily="18" charset="0"/>
                            </a:rPr>
                            <m:t>𝐼𝑃𝐶</m:t>
                          </m:r>
                        </m:sub>
                      </m:sSub>
                      <m:d>
                        <m:dPr>
                          <m:ctrlPr>
                            <a:rPr lang="es-CO" sz="1400" b="0" i="1" smtClean="0">
                              <a:latin typeface="Cambria Math" panose="02040503050406030204" pitchFamily="18" charset="0"/>
                            </a:rPr>
                          </m:ctrlPr>
                        </m:dPr>
                        <m:e>
                          <m:r>
                            <a:rPr lang="es-CO" sz="1400" b="0" i="1" smtClean="0">
                              <a:latin typeface="Cambria Math" panose="02040503050406030204" pitchFamily="18" charset="0"/>
                            </a:rPr>
                            <m:t>𝐴</m:t>
                          </m:r>
                        </m:e>
                      </m:d>
                      <m:r>
                        <a:rPr lang="es-CO" sz="1400" b="0" i="1" smtClean="0">
                          <a:latin typeface="Cambria Math" panose="02040503050406030204" pitchFamily="18" charset="0"/>
                        </a:rPr>
                        <m:t>=</m:t>
                      </m:r>
                      <m:r>
                        <a:rPr lang="es-CO" sz="1400" b="0" i="1" smtClean="0">
                          <a:latin typeface="Cambria Math" panose="02040503050406030204" pitchFamily="18" charset="0"/>
                        </a:rPr>
                        <m:t>𝑉𝐴</m:t>
                      </m:r>
                      <m:d>
                        <m:dPr>
                          <m:begChr m:val="["/>
                          <m:endChr m:val="]"/>
                          <m:ctrlPr>
                            <a:rPr lang="es-CO" sz="1400" b="0" i="1" smtClean="0">
                              <a:latin typeface="Cambria Math" panose="02040503050406030204" pitchFamily="18" charset="0"/>
                            </a:rPr>
                          </m:ctrlPr>
                        </m:dPr>
                        <m:e>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r>
                            <a:rPr lang="es-CO" sz="1400" b="0" i="1" smtClean="0">
                              <a:latin typeface="Cambria Math" panose="02040503050406030204" pitchFamily="18" charset="0"/>
                            </a:rPr>
                            <m:t>,</m:t>
                          </m:r>
                          <m:r>
                            <a:rPr lang="es-CO" sz="1400" b="0" i="1" smtClean="0">
                              <a:latin typeface="Cambria Math" panose="02040503050406030204" pitchFamily="18" charset="0"/>
                            </a:rPr>
                            <m:t>𝑆𝑀</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e>
                      </m:d>
                      <m:r>
                        <a:rPr lang="es-CO" sz="1400" i="1">
                          <a:latin typeface="Cambria Math" panose="02040503050406030204" pitchFamily="18" charset="0"/>
                        </a:rPr>
                        <m:t>+</m:t>
                      </m:r>
                      <m:r>
                        <a:rPr lang="es-CO" sz="1400" i="1">
                          <a:latin typeface="Cambria Math" panose="02040503050406030204" pitchFamily="18" charset="0"/>
                        </a:rPr>
                        <m:t>𝐴𝐹</m:t>
                      </m:r>
                      <m:d>
                        <m:dPr>
                          <m:begChr m:val="["/>
                          <m:endChr m:val="]"/>
                          <m:ctrlPr>
                            <a:rPr lang="es-CO" sz="1400" i="1">
                              <a:latin typeface="Cambria Math" panose="02040503050406030204" pitchFamily="18" charset="0"/>
                            </a:rPr>
                          </m:ctrlPr>
                        </m:dPr>
                        <m:e>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r>
                            <a:rPr lang="es-CO" sz="1400" i="1">
                              <a:latin typeface="Cambria Math" panose="02040503050406030204" pitchFamily="18" charset="0"/>
                            </a:rPr>
                            <m:t>,</m:t>
                          </m:r>
                          <m:r>
                            <a:rPr lang="es-CO" sz="1400" i="1">
                              <a:latin typeface="Cambria Math" panose="02040503050406030204" pitchFamily="18" charset="0"/>
                            </a:rPr>
                            <m:t>𝑆𝑀</m:t>
                          </m:r>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e>
                      </m:d>
                    </m:oMath>
                  </m:oMathPara>
                </a14:m>
                <a:endParaRPr lang="es-CO" sz="1400" dirty="0"/>
              </a:p>
            </p:txBody>
          </p:sp>
        </mc:Choice>
        <mc:Fallback>
          <p:sp>
            <p:nvSpPr>
              <p:cNvPr id="7" name="CuadroTexto 6">
                <a:extLst>
                  <a:ext uri="{FF2B5EF4-FFF2-40B4-BE49-F238E27FC236}">
                    <a16:creationId xmlns:a16="http://schemas.microsoft.com/office/drawing/2014/main" id="{8DD15491-6C4A-5EF4-6108-6F5EF13828FA}"/>
                  </a:ext>
                </a:extLst>
              </p:cNvPr>
              <p:cNvSpPr txBox="1">
                <a:spLocks noRot="1" noChangeAspect="1" noMove="1" noResize="1" noEditPoints="1" noAdjustHandles="1" noChangeArrowheads="1" noChangeShapeType="1" noTextEdit="1"/>
              </p:cNvSpPr>
              <p:nvPr/>
            </p:nvSpPr>
            <p:spPr>
              <a:xfrm>
                <a:off x="2393959" y="4134236"/>
                <a:ext cx="3839626" cy="307777"/>
              </a:xfrm>
              <a:prstGeom prst="rect">
                <a:avLst/>
              </a:prstGeom>
              <a:blipFill>
                <a:blip r:embed="rId2"/>
                <a:stretch>
                  <a:fillRect/>
                </a:stretch>
              </a:blipFill>
            </p:spPr>
            <p:txBody>
              <a:bodyPr/>
              <a:lstStyle/>
              <a:p>
                <a:r>
                  <a:rPr lang="es-CO">
                    <a:noFill/>
                  </a:rPr>
                  <a:t> </a:t>
                </a:r>
              </a:p>
            </p:txBody>
          </p:sp>
        </mc:Fallback>
      </mc:AlternateContent>
      <p:sp>
        <p:nvSpPr>
          <p:cNvPr id="10" name="CuadroTexto 9">
            <a:extLst>
              <a:ext uri="{FF2B5EF4-FFF2-40B4-BE49-F238E27FC236}">
                <a16:creationId xmlns:a16="http://schemas.microsoft.com/office/drawing/2014/main" id="{5D842EB2-2B6E-15C6-07A0-4C8D49B098A3}"/>
              </a:ext>
            </a:extLst>
          </p:cNvPr>
          <p:cNvSpPr txBox="1"/>
          <p:nvPr/>
        </p:nvSpPr>
        <p:spPr>
          <a:xfrm>
            <a:off x="-1015016" y="2315956"/>
            <a:ext cx="65" cy="215444"/>
          </a:xfrm>
          <a:prstGeom prst="rect">
            <a:avLst/>
          </a:prstGeom>
          <a:noFill/>
        </p:spPr>
        <p:txBody>
          <a:bodyPr wrap="none" lIns="0" tIns="0" rIns="0" bIns="0" rtlCol="0">
            <a:spAutoFit/>
          </a:bodyPr>
          <a:lstStyle/>
          <a:p>
            <a:endParaRPr lang="es-CO" sz="140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78D99D7-C1F3-9C73-5ED3-6D1F21CC8DFF}"/>
                  </a:ext>
                </a:extLst>
              </p:cNvPr>
              <p:cNvSpPr txBox="1"/>
              <p:nvPr/>
            </p:nvSpPr>
            <p:spPr>
              <a:xfrm>
                <a:off x="414942" y="2744631"/>
                <a:ext cx="7240059" cy="69358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CO" sz="1400" b="0" i="1" smtClean="0">
                          <a:latin typeface="Cambria Math" panose="02040503050406030204" pitchFamily="18" charset="0"/>
                        </a:rPr>
                        <m:t>𝐴𝐹</m:t>
                      </m:r>
                      <m:sSub>
                        <m:sSubPr>
                          <m:ctrlPr>
                            <a:rPr lang="es-CO" sz="1400" b="0" i="1" smtClean="0">
                              <a:latin typeface="Cambria Math" panose="02040503050406030204" pitchFamily="18" charset="0"/>
                            </a:rPr>
                          </m:ctrlPr>
                        </m:sSubPr>
                        <m:e>
                          <m:d>
                            <m:dPr>
                              <m:begChr m:val="["/>
                              <m:endChr m:val="]"/>
                              <m:ctrlPr>
                                <a:rPr lang="es-CO" sz="1400" b="0" i="1" smtClean="0">
                                  <a:latin typeface="Cambria Math" panose="02040503050406030204" pitchFamily="18" charset="0"/>
                                </a:rPr>
                              </m:ctrlPr>
                            </m:dPr>
                            <m:e>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r>
                                <a:rPr lang="es-CO" sz="1400" b="0" i="1" smtClean="0">
                                  <a:latin typeface="Cambria Math" panose="02040503050406030204" pitchFamily="18" charset="0"/>
                                </a:rPr>
                                <m:t>,</m:t>
                              </m:r>
                              <m:r>
                                <a:rPr lang="es-CO" sz="1400" b="0" i="1" smtClean="0">
                                  <a:latin typeface="Cambria Math" panose="02040503050406030204" pitchFamily="18" charset="0"/>
                                </a:rPr>
                                <m:t>𝑆𝑀</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e>
                          </m:d>
                        </m:e>
                        <m:sub>
                          <m:r>
                            <a:rPr lang="es-CO" sz="1400" b="0" i="1" smtClean="0">
                              <a:latin typeface="Cambria Math" panose="02040503050406030204" pitchFamily="18" charset="0"/>
                            </a:rPr>
                            <m:t>𝐼𝑃𝐶</m:t>
                          </m:r>
                        </m:sub>
                      </m:sSub>
                      <m:r>
                        <a:rPr lang="es-CO" sz="1400" b="0" i="1" smtClean="0">
                          <a:latin typeface="Cambria Math" panose="02040503050406030204" pitchFamily="18" charset="0"/>
                        </a:rPr>
                        <m:t>=</m:t>
                      </m:r>
                      <m:d>
                        <m:dPr>
                          <m:ctrlPr>
                            <a:rPr lang="es-CO" sz="1400" i="1">
                              <a:latin typeface="Cambria Math" panose="02040503050406030204" pitchFamily="18" charset="0"/>
                            </a:rPr>
                          </m:ctrlPr>
                        </m:dPr>
                        <m:e>
                          <m:nary>
                            <m:naryPr>
                              <m:chr m:val="∑"/>
                              <m:ctrlPr>
                                <a:rPr lang="es-CO" sz="1400" i="1">
                                  <a:latin typeface="Cambria Math" panose="02040503050406030204" pitchFamily="18" charset="0"/>
                                </a:rPr>
                              </m:ctrlPr>
                            </m:naryPr>
                            <m:sub>
                              <m:r>
                                <a:rPr lang="es-CO" sz="1400" i="1">
                                  <a:latin typeface="Cambria Math" panose="02040503050406030204" pitchFamily="18" charset="0"/>
                                </a:rPr>
                                <m:t>𝑘</m:t>
                              </m:r>
                              <m:r>
                                <a:rPr lang="es-CO" sz="1400" i="1">
                                  <a:latin typeface="Cambria Math" panose="02040503050406030204" pitchFamily="18" charset="0"/>
                                </a:rPr>
                                <m:t>=1</m:t>
                              </m:r>
                            </m:sub>
                            <m:sup>
                              <m:r>
                                <a:rPr lang="es-CO" sz="1400" i="1">
                                  <a:latin typeface="Cambria Math" panose="02040503050406030204" pitchFamily="18" charset="0"/>
                                  <a:ea typeface="Cambria Math" panose="02040503050406030204" pitchFamily="18" charset="0"/>
                                </a:rPr>
                                <m:t>𝜔</m:t>
                              </m:r>
                              <m:r>
                                <a:rPr lang="es-CO" sz="1400" i="1">
                                  <a:latin typeface="Cambria Math" panose="02040503050406030204" pitchFamily="18" charset="0"/>
                                  <a:ea typeface="Cambria Math" panose="02040503050406030204" pitchFamily="18" charset="0"/>
                                </a:rPr>
                                <m:t>(</m:t>
                              </m:r>
                              <m:r>
                                <m:rPr>
                                  <m:sty m:val="p"/>
                                </m:rPr>
                                <a:rPr lang="el-GR" sz="1400" i="1">
                                  <a:latin typeface="Cambria Math" panose="02040503050406030204" pitchFamily="18" charset="0"/>
                                  <a:ea typeface="Cambria Math" panose="02040503050406030204" pitchFamily="18" charset="0"/>
                                </a:rPr>
                                <m:t>Ω</m:t>
                              </m:r>
                              <m:r>
                                <a:rPr lang="es-CO" sz="1400" i="1">
                                  <a:latin typeface="Cambria Math" panose="02040503050406030204" pitchFamily="18" charset="0"/>
                                  <a:ea typeface="Cambria Math" panose="02040503050406030204" pitchFamily="18" charset="0"/>
                                </a:rPr>
                                <m:t>)</m:t>
                              </m:r>
                            </m:sup>
                            <m:e>
                              <m:nary>
                                <m:naryPr>
                                  <m:chr m:val="∑"/>
                                  <m:ctrlPr>
                                    <a:rPr lang="es-CO" sz="1400" i="1">
                                      <a:latin typeface="Cambria Math" panose="02040503050406030204" pitchFamily="18" charset="0"/>
                                    </a:rPr>
                                  </m:ctrlPr>
                                </m:naryPr>
                                <m:sub>
                                  <m:r>
                                    <m:rPr>
                                      <m:brk m:alnAt="23"/>
                                    </m:rPr>
                                    <a:rPr lang="es-CO" sz="1400" i="1">
                                      <a:latin typeface="Cambria Math" panose="02040503050406030204" pitchFamily="18" charset="0"/>
                                    </a:rPr>
                                    <m:t>𝑡</m:t>
                                  </m:r>
                                  <m:r>
                                    <a:rPr lang="es-CO" sz="1400" i="1">
                                      <a:latin typeface="Cambria Math" panose="02040503050406030204" pitchFamily="18" charset="0"/>
                                    </a:rPr>
                                    <m:t>=1</m:t>
                                  </m:r>
                                </m:sub>
                                <m:sup>
                                  <m:r>
                                    <a:rPr lang="es-CO" sz="1400" i="1">
                                      <a:latin typeface="Cambria Math" panose="02040503050406030204" pitchFamily="18" charset="0"/>
                                    </a:rPr>
                                    <m:t>12</m:t>
                                  </m:r>
                                </m:sup>
                                <m:e>
                                  <m:f>
                                    <m:fPr>
                                      <m:ctrlPr>
                                        <a:rPr lang="es-CO" sz="1400" i="1" smtClean="0">
                                          <a:latin typeface="Cambria Math" panose="02040503050406030204" pitchFamily="18" charset="0"/>
                                        </a:rPr>
                                      </m:ctrlPr>
                                    </m:fPr>
                                    <m:num>
                                      <m:r>
                                        <a:rPr lang="es-CO" sz="1400" i="1">
                                          <a:latin typeface="Cambria Math" panose="02040503050406030204" pitchFamily="18" charset="0"/>
                                        </a:rPr>
                                        <m:t>𝑚𝑖𝑛</m:t>
                                      </m:r>
                                      <m:d>
                                        <m:dPr>
                                          <m:ctrlPr>
                                            <a:rPr lang="es-CO" sz="1400" i="1">
                                              <a:latin typeface="Cambria Math" panose="02040503050406030204" pitchFamily="18" charset="0"/>
                                            </a:rPr>
                                          </m:ctrlPr>
                                        </m:dPr>
                                        <m:e>
                                          <m:r>
                                            <a:rPr lang="es-CO" sz="1400" i="1">
                                              <a:latin typeface="Cambria Math" panose="02040503050406030204" pitchFamily="18" charset="0"/>
                                            </a:rPr>
                                            <m:t>10</m:t>
                                          </m:r>
                                          <m:r>
                                            <a:rPr lang="es-CO" sz="1400" i="1">
                                              <a:latin typeface="Cambria Math" panose="02040503050406030204" pitchFamily="18" charset="0"/>
                                              <a:ea typeface="Cambria Math" panose="02040503050406030204" pitchFamily="18" charset="0"/>
                                            </a:rPr>
                                            <m:t>∙</m:t>
                                          </m:r>
                                          <m:r>
                                            <a:rPr lang="es-CO" sz="1400" i="1">
                                              <a:latin typeface="Cambria Math" panose="02040503050406030204" pitchFamily="18" charset="0"/>
                                              <a:ea typeface="Cambria Math" panose="02040503050406030204" pitchFamily="18" charset="0"/>
                                            </a:rPr>
                                            <m:t>𝑆𝑀</m:t>
                                          </m:r>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𝑀</m:t>
                                              </m:r>
                                            </m:e>
                                            <m:sub>
                                              <m:r>
                                                <a:rPr lang="es-CO" sz="1400" i="1">
                                                  <a:latin typeface="Cambria Math" panose="02040503050406030204" pitchFamily="18" charset="0"/>
                                                  <a:ea typeface="Cambria Math" panose="02040503050406030204" pitchFamily="18" charset="0"/>
                                                </a:rPr>
                                                <m:t>𝐴</m:t>
                                              </m:r>
                                            </m:sub>
                                          </m:sSub>
                                          <m:r>
                                            <a:rPr lang="es-CO" sz="1400" i="1">
                                              <a:latin typeface="Cambria Math" panose="02040503050406030204" pitchFamily="18" charset="0"/>
                                              <a:ea typeface="Cambria Math" panose="02040503050406030204" pitchFamily="18" charset="0"/>
                                            </a:rPr>
                                            <m:t>,</m:t>
                                          </m:r>
                                          <m:r>
                                            <a:rPr lang="es-CO" sz="1400" i="1">
                                              <a:latin typeface="Cambria Math" panose="02040503050406030204" pitchFamily="18" charset="0"/>
                                            </a:rPr>
                                            <m:t>𝑚</m:t>
                                          </m:r>
                                          <m:r>
                                            <a:rPr lang="es-CO" sz="1400" i="1">
                                              <a:latin typeface="Cambria Math" panose="02040503050406030204" pitchFamily="18" charset="0"/>
                                            </a:rPr>
                                            <m:t>á</m:t>
                                          </m:r>
                                          <m:r>
                                            <a:rPr lang="es-CO" sz="1400" i="1">
                                              <a:latin typeface="Cambria Math" panose="02040503050406030204" pitchFamily="18" charset="0"/>
                                            </a:rPr>
                                            <m:t>𝑥</m:t>
                                          </m:r>
                                          <m:d>
                                            <m:dPr>
                                              <m:ctrlPr>
                                                <a:rPr lang="es-CO" sz="1400" i="1">
                                                  <a:latin typeface="Cambria Math" panose="02040503050406030204" pitchFamily="18" charset="0"/>
                                                </a:rPr>
                                              </m:ctrlPr>
                                            </m:dPr>
                                            <m:e>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r>
                                                <a:rPr lang="es-CO" sz="1400" i="1">
                                                  <a:latin typeface="Cambria Math" panose="02040503050406030204" pitchFamily="18" charset="0"/>
                                                </a:rPr>
                                                <m:t>, 5</m:t>
                                              </m:r>
                                              <m:r>
                                                <a:rPr lang="es-CO" sz="1400" i="1">
                                                  <a:latin typeface="Cambria Math" panose="02040503050406030204" pitchFamily="18" charset="0"/>
                                                  <a:ea typeface="Cambria Math" panose="02040503050406030204" pitchFamily="18" charset="0"/>
                                                </a:rPr>
                                                <m:t>∙</m:t>
                                              </m:r>
                                              <m:r>
                                                <a:rPr lang="es-CO" sz="1400" i="1">
                                                  <a:latin typeface="Cambria Math" panose="02040503050406030204" pitchFamily="18" charset="0"/>
                                                </a:rPr>
                                                <m:t>𝑆𝑀</m:t>
                                              </m:r>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e>
                                          </m:d>
                                          <m:r>
                                            <a:rPr lang="es-CO" sz="1400" i="1">
                                              <a:latin typeface="Cambria Math" panose="02040503050406030204" pitchFamily="18" charset="0"/>
                                              <a:ea typeface="Cambria Math" panose="02040503050406030204" pitchFamily="18" charset="0"/>
                                            </a:rPr>
                                            <m:t>∙</m:t>
                                          </m:r>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a:rPr lang="es-CO" sz="1400" i="1">
                                                      <a:latin typeface="Cambria Math" panose="02040503050406030204" pitchFamily="18" charset="0"/>
                                                      <a:ea typeface="Cambria Math" panose="02040503050406030204" pitchFamily="18" charset="0"/>
                                                    </a:rPr>
                                                    <m:t>𝑟</m:t>
                                                  </m:r>
                                                </m:e>
                                              </m:d>
                                            </m:e>
                                            <m:sup>
                                              <m:r>
                                                <a:rPr lang="es-CO" sz="1400" i="1">
                                                  <a:latin typeface="Cambria Math" panose="02040503050406030204" pitchFamily="18" charset="0"/>
                                                  <a:ea typeface="Cambria Math" panose="02040503050406030204" pitchFamily="18" charset="0"/>
                                                </a:rPr>
                                                <m:t>𝑘</m:t>
                                              </m:r>
                                              <m:r>
                                                <a:rPr lang="es-CO" sz="1400" b="0" i="1" smtClean="0">
                                                  <a:latin typeface="Cambria Math" panose="02040503050406030204" pitchFamily="18" charset="0"/>
                                                  <a:ea typeface="Cambria Math" panose="02040503050406030204" pitchFamily="18" charset="0"/>
                                                </a:rPr>
                                                <m:t>/12</m:t>
                                              </m:r>
                                            </m:sup>
                                          </m:sSup>
                                        </m:e>
                                      </m:d>
                                    </m:num>
                                    <m:den>
                                      <m:nary>
                                        <m:naryPr>
                                          <m:chr m:val="∏"/>
                                          <m:ctrlPr>
                                            <a:rPr lang="es-CO" sz="1400" i="1">
                                              <a:latin typeface="Cambria Math" panose="02040503050406030204" pitchFamily="18" charset="0"/>
                                              <a:ea typeface="Cambria Math" panose="02040503050406030204" pitchFamily="18" charset="0"/>
                                            </a:rPr>
                                          </m:ctrlPr>
                                        </m:naryPr>
                                        <m:sub>
                                          <m:r>
                                            <m:rPr>
                                              <m:brk m:alnAt="23"/>
                                            </m:rP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=0</m:t>
                                          </m:r>
                                        </m:sub>
                                        <m:sup>
                                          <m:r>
                                            <a:rPr lang="es-CO" sz="1400" i="1">
                                              <a:latin typeface="Cambria Math" panose="02040503050406030204" pitchFamily="18" charset="0"/>
                                              <a:ea typeface="Cambria Math" panose="02040503050406030204" pitchFamily="18" charset="0"/>
                                            </a:rPr>
                                            <m:t>𝜔</m:t>
                                          </m:r>
                                        </m:sup>
                                        <m:e>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a:rPr lang="es-CO" sz="1400" i="1">
                                                              <a:latin typeface="Cambria Math" panose="02040503050406030204" pitchFamily="18" charset="0"/>
                                                              <a:ea typeface="Cambria Math" panose="02040503050406030204" pitchFamily="18" charset="0"/>
                                                            </a:rPr>
                                                            <m:t>𝑟</m:t>
                                                          </m:r>
                                                        </m:e>
                                                      </m:d>
                                                    </m:e>
                                                    <m:sup>
                                                      <m:r>
                                                        <a:rPr lang="es-CO" sz="1400" i="1">
                                                          <a:latin typeface="Cambria Math" panose="02040503050406030204" pitchFamily="18" charset="0"/>
                                                          <a:ea typeface="Cambria Math" panose="02040503050406030204" pitchFamily="18" charset="0"/>
                                                        </a:rPr>
                                                        <m:t>1/12</m:t>
                                                      </m:r>
                                                    </m:sup>
                                                  </m:sSup>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𝑓</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sub>
                                                          </m:sSub>
                                                        </m:e>
                                                      </m:d>
                                                    </m:e>
                                                    <m:sup>
                                                      <m:r>
                                                        <a:rPr lang="es-CO" sz="1400" i="1">
                                                          <a:latin typeface="Cambria Math" panose="02040503050406030204" pitchFamily="18" charset="0"/>
                                                          <a:ea typeface="Cambria Math" panose="02040503050406030204" pitchFamily="18" charset="0"/>
                                                        </a:rPr>
                                                        <m:t>1/12</m:t>
                                                      </m:r>
                                                    </m:sup>
                                                  </m:sSup>
                                                </m:e>
                                              </m:d>
                                            </m:e>
                                            <m:sup/>
                                          </m:sSup>
                                        </m:e>
                                      </m:nary>
                                    </m:den>
                                  </m:f>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f>
                                        <m:fPr>
                                          <m:ctrlPr>
                                            <a:rPr lang="es-CO" sz="1400" i="1">
                                              <a:latin typeface="Cambria Math" panose="02040503050406030204" pitchFamily="18" charset="0"/>
                                              <a:ea typeface="Cambria Math" panose="02040503050406030204" pitchFamily="18" charset="0"/>
                                            </a:rPr>
                                          </m:ctrlPr>
                                        </m:fPr>
                                        <m:num>
                                          <m:r>
                                            <a:rPr lang="es-CO" sz="1400" i="1">
                                              <a:latin typeface="Cambria Math" panose="02040503050406030204" pitchFamily="18" charset="0"/>
                                              <a:ea typeface="Cambria Math" panose="02040503050406030204" pitchFamily="18" charset="0"/>
                                            </a:rPr>
                                            <m:t>𝑡</m:t>
                                          </m:r>
                                        </m:num>
                                        <m:den>
                                          <m:r>
                                            <a:rPr lang="es-CO" sz="1400" i="1">
                                              <a:latin typeface="Cambria Math" panose="02040503050406030204" pitchFamily="18" charset="0"/>
                                              <a:ea typeface="Cambria Math" panose="02040503050406030204" pitchFamily="18" charset="0"/>
                                            </a:rPr>
                                            <m:t>12</m:t>
                                          </m:r>
                                        </m:den>
                                      </m:f>
                                    </m:sub>
                                  </m:sSub>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𝑄</m:t>
                                      </m:r>
                                      <m:r>
                                        <a:rPr lang="es-CO" sz="1400" i="1">
                                          <a:latin typeface="Cambria Math" panose="02040503050406030204" pitchFamily="18" charset="0"/>
                                          <a:ea typeface="Cambria Math" panose="02040503050406030204" pitchFamily="18" charset="0"/>
                                        </a:rPr>
                                        <m:t> </m:t>
                                      </m:r>
                                    </m:e>
                                    <m:sub>
                                      <m:r>
                                        <m:rPr>
                                          <m:sty m:val="p"/>
                                        </m:rPr>
                                        <a:rPr lang="el-GR" sz="1400" i="1">
                                          <a:latin typeface="Cambria Math" panose="02040503050406030204" pitchFamily="18" charset="0"/>
                                          <a:ea typeface="Cambria Math" panose="02040503050406030204" pitchFamily="18" charset="0"/>
                                        </a:rPr>
                                        <m:t>Ω</m:t>
                                      </m:r>
                                    </m:sub>
                                  </m:sSub>
                                </m:e>
                              </m:nary>
                            </m:e>
                          </m:nary>
                        </m:e>
                      </m:d>
                    </m:oMath>
                  </m:oMathPara>
                </a14:m>
                <a:endParaRPr lang="es-CO" sz="1400" dirty="0"/>
              </a:p>
            </p:txBody>
          </p:sp>
        </mc:Choice>
        <mc:Fallback xmlns="">
          <p:sp>
            <p:nvSpPr>
              <p:cNvPr id="6" name="CuadroTexto 5">
                <a:extLst>
                  <a:ext uri="{FF2B5EF4-FFF2-40B4-BE49-F238E27FC236}">
                    <a16:creationId xmlns:a16="http://schemas.microsoft.com/office/drawing/2014/main" id="{278D99D7-C1F3-9C73-5ED3-6D1F21CC8DFF}"/>
                  </a:ext>
                </a:extLst>
              </p:cNvPr>
              <p:cNvSpPr txBox="1">
                <a:spLocks noRot="1" noChangeAspect="1" noMove="1" noResize="1" noEditPoints="1" noAdjustHandles="1" noChangeArrowheads="1" noChangeShapeType="1" noTextEdit="1"/>
              </p:cNvSpPr>
              <p:nvPr/>
            </p:nvSpPr>
            <p:spPr>
              <a:xfrm>
                <a:off x="414942" y="2744631"/>
                <a:ext cx="7240059" cy="693588"/>
              </a:xfrm>
              <a:prstGeom prst="rect">
                <a:avLst/>
              </a:prstGeom>
              <a:blipFill>
                <a:blip r:embed="rId3"/>
                <a:stretch>
                  <a:fillRect l="-8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10F268B-7A8D-3F86-809A-C74EA06B7EA3}"/>
                  </a:ext>
                </a:extLst>
              </p:cNvPr>
              <p:cNvSpPr txBox="1"/>
              <p:nvPr/>
            </p:nvSpPr>
            <p:spPr>
              <a:xfrm>
                <a:off x="508069" y="5040041"/>
                <a:ext cx="1885889"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CO" sz="1200" b="0" i="1" smtClean="0">
                          <a:latin typeface="Cambria Math" panose="02040503050406030204" pitchFamily="18" charset="0"/>
                        </a:rPr>
                        <m:t>(1+</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𝑡</m:t>
                          </m:r>
                        </m:sub>
                      </m:sSub>
                      <m:r>
                        <a:rPr lang="es-CO" sz="1200" b="0" i="1" smtClean="0">
                          <a:latin typeface="Cambria Math" panose="02040503050406030204" pitchFamily="18" charset="0"/>
                        </a:rPr>
                        <m:t>)</m:t>
                      </m:r>
                    </m:oMath>
                  </m:oMathPara>
                </a14:m>
                <a:endParaRPr lang="es-CO" sz="1200" dirty="0"/>
              </a:p>
            </p:txBody>
          </p:sp>
        </mc:Choice>
        <mc:Fallback xmlns="">
          <p:sp>
            <p:nvSpPr>
              <p:cNvPr id="12" name="CuadroTexto 11">
                <a:extLst>
                  <a:ext uri="{FF2B5EF4-FFF2-40B4-BE49-F238E27FC236}">
                    <a16:creationId xmlns:a16="http://schemas.microsoft.com/office/drawing/2014/main" id="{210F268B-7A8D-3F86-809A-C74EA06B7EA3}"/>
                  </a:ext>
                </a:extLst>
              </p:cNvPr>
              <p:cNvSpPr txBox="1">
                <a:spLocks noRot="1" noChangeAspect="1" noMove="1" noResize="1" noEditPoints="1" noAdjustHandles="1" noChangeArrowheads="1" noChangeShapeType="1" noTextEdit="1"/>
              </p:cNvSpPr>
              <p:nvPr/>
            </p:nvSpPr>
            <p:spPr>
              <a:xfrm>
                <a:off x="508069" y="5040041"/>
                <a:ext cx="1885889" cy="276999"/>
              </a:xfrm>
              <a:prstGeom prst="rect">
                <a:avLst/>
              </a:prstGeom>
              <a:blipFill>
                <a:blip r:embed="rId4"/>
                <a:stretch>
                  <a:fillRect b="-1111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5082104-2028-6221-1A6D-606F1BDCD19E}"/>
                  </a:ext>
                </a:extLst>
              </p:cNvPr>
              <p:cNvSpPr txBox="1"/>
              <p:nvPr/>
            </p:nvSpPr>
            <p:spPr>
              <a:xfrm>
                <a:off x="514660" y="5316519"/>
                <a:ext cx="1885889" cy="101566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1</m:t>
                          </m:r>
                        </m:sub>
                      </m:sSub>
                      <m:r>
                        <a:rPr lang="es-CO" sz="1200" b="0" i="1" smtClean="0">
                          <a:latin typeface="Cambria Math" panose="02040503050406030204" pitchFamily="18" charset="0"/>
                        </a:rPr>
                        <m:t>=1,</m:t>
                      </m:r>
                    </m:oMath>
                  </m:oMathPara>
                </a14:m>
                <a:endParaRPr lang="es-CO" sz="1200" b="0" i="1" dirty="0"/>
              </a:p>
              <a:p>
                <a:pPr/>
                <a14:m>
                  <m:oMathPara xmlns:m="http://schemas.openxmlformats.org/officeDocument/2006/math">
                    <m:oMathParaPr>
                      <m:jc m:val="left"/>
                    </m:oMathParaPr>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𝑓</m:t>
                          </m:r>
                        </m:e>
                        <m:sub>
                          <m:r>
                            <a:rPr lang="es-CO" sz="1200" b="0" i="1" smtClean="0">
                              <a:latin typeface="Cambria Math" panose="02040503050406030204" pitchFamily="18" charset="0"/>
                            </a:rPr>
                            <m:t>2</m:t>
                          </m:r>
                        </m:sub>
                      </m:sSub>
                      <m:r>
                        <a:rPr lang="es-CO" sz="1200" i="1">
                          <a:latin typeface="Cambria Math" panose="02040503050406030204" pitchFamily="18" charset="0"/>
                        </a:rPr>
                        <m:t>=</m:t>
                      </m:r>
                      <m:r>
                        <a:rPr lang="es-CO" sz="1200" i="1">
                          <a:latin typeface="Cambria Math" panose="02040503050406030204" pitchFamily="18" charset="0"/>
                          <a:ea typeface="Cambria Math" panose="02040503050406030204" pitchFamily="18" charset="0"/>
                        </a:rPr>
                        <m:t>𝛼</m:t>
                      </m:r>
                      <m:r>
                        <a:rPr lang="es-CO" sz="1200" b="0" i="1" smtClean="0">
                          <a:latin typeface="Cambria Math" panose="02040503050406030204" pitchFamily="18" charset="0"/>
                        </a:rPr>
                        <m:t>,</m:t>
                      </m:r>
                    </m:oMath>
                  </m:oMathPara>
                </a14:m>
                <a:endParaRPr lang="es-CO" sz="1200" dirty="0"/>
              </a:p>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3</m:t>
                          </m:r>
                        </m:sub>
                      </m:sSub>
                      <m:r>
                        <a:rPr lang="es-CO" sz="1200" b="0" i="1" smtClean="0">
                          <a:latin typeface="Cambria Math" panose="02040503050406030204" pitchFamily="18" charset="0"/>
                        </a:rPr>
                        <m:t>=</m:t>
                      </m:r>
                      <m:r>
                        <a:rPr lang="es-CO" sz="1200" b="0" i="1" smtClean="0">
                          <a:latin typeface="Cambria Math" panose="02040503050406030204" pitchFamily="18" charset="0"/>
                          <a:ea typeface="Cambria Math" panose="02040503050406030204" pitchFamily="18" charset="0"/>
                        </a:rPr>
                        <m:t>𝛽</m:t>
                      </m:r>
                      <m:r>
                        <a:rPr lang="es-CO" sz="1200" b="0" i="1" smtClean="0">
                          <a:latin typeface="Cambria Math" panose="02040503050406030204" pitchFamily="18" charset="0"/>
                        </a:rPr>
                        <m:t>,</m:t>
                      </m:r>
                    </m:oMath>
                  </m:oMathPara>
                </a14:m>
                <a:endParaRPr lang="es-CO" sz="1200" b="0" i="1" dirty="0"/>
              </a:p>
              <a:p>
                <a:pPr/>
                <a14:m>
                  <m:oMathPara xmlns:m="http://schemas.openxmlformats.org/officeDocument/2006/math">
                    <m:oMathParaPr>
                      <m:jc m:val="left"/>
                    </m:oMathParaPr>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𝑓</m:t>
                          </m:r>
                        </m:e>
                        <m:sub>
                          <m:r>
                            <a:rPr lang="es-CO" sz="1200" b="0" i="1" smtClean="0">
                              <a:latin typeface="Cambria Math" panose="02040503050406030204" pitchFamily="18" charset="0"/>
                            </a:rPr>
                            <m:t>≥</m:t>
                          </m:r>
                          <m:r>
                            <a:rPr lang="es-MX" sz="1200" b="0" i="1" smtClean="0">
                              <a:latin typeface="Cambria Math" panose="02040503050406030204" pitchFamily="18" charset="0"/>
                            </a:rPr>
                            <m:t>4</m:t>
                          </m:r>
                        </m:sub>
                      </m:sSub>
                      <m:r>
                        <a:rPr lang="es-CO" sz="1200" i="1">
                          <a:latin typeface="Cambria Math" panose="02040503050406030204" pitchFamily="18" charset="0"/>
                        </a:rPr>
                        <m:t>=</m:t>
                      </m:r>
                      <m:r>
                        <a:rPr lang="es-CO" sz="1200" b="0" i="1" smtClean="0">
                          <a:latin typeface="Cambria Math" panose="02040503050406030204" pitchFamily="18" charset="0"/>
                        </a:rPr>
                        <m:t>3%,</m:t>
                      </m:r>
                    </m:oMath>
                  </m:oMathPara>
                </a14:m>
                <a:endParaRPr lang="es-CO" sz="1200" dirty="0"/>
              </a:p>
              <a:p>
                <a:endParaRPr lang="es-CO" sz="1200" dirty="0"/>
              </a:p>
            </p:txBody>
          </p:sp>
        </mc:Choice>
        <mc:Fallback xmlns="">
          <p:sp>
            <p:nvSpPr>
              <p:cNvPr id="13" name="CuadroTexto 12">
                <a:extLst>
                  <a:ext uri="{FF2B5EF4-FFF2-40B4-BE49-F238E27FC236}">
                    <a16:creationId xmlns:a16="http://schemas.microsoft.com/office/drawing/2014/main" id="{A5082104-2028-6221-1A6D-606F1BDCD19E}"/>
                  </a:ext>
                </a:extLst>
              </p:cNvPr>
              <p:cNvSpPr txBox="1">
                <a:spLocks noRot="1" noChangeAspect="1" noMove="1" noResize="1" noEditPoints="1" noAdjustHandles="1" noChangeArrowheads="1" noChangeShapeType="1" noTextEdit="1"/>
              </p:cNvSpPr>
              <p:nvPr/>
            </p:nvSpPr>
            <p:spPr>
              <a:xfrm>
                <a:off x="514660" y="5316519"/>
                <a:ext cx="1885889" cy="1015663"/>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74F0BCE7-8B90-C31C-391E-14C639F012D1}"/>
                  </a:ext>
                </a:extLst>
              </p:cNvPr>
              <p:cNvSpPr txBox="1"/>
              <p:nvPr/>
            </p:nvSpPr>
            <p:spPr>
              <a:xfrm>
                <a:off x="944607" y="1678191"/>
                <a:ext cx="6180731" cy="69358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CO" sz="1400" b="0" i="1" smtClean="0">
                          <a:latin typeface="Cambria Math" panose="02040503050406030204" pitchFamily="18" charset="0"/>
                        </a:rPr>
                        <m:t>𝑉𝐴</m:t>
                      </m:r>
                      <m:sSub>
                        <m:sSubPr>
                          <m:ctrlPr>
                            <a:rPr lang="es-CO" sz="1400" b="0" i="1" smtClean="0">
                              <a:latin typeface="Cambria Math" panose="02040503050406030204" pitchFamily="18" charset="0"/>
                            </a:rPr>
                          </m:ctrlPr>
                        </m:sSubPr>
                        <m:e>
                          <m:d>
                            <m:dPr>
                              <m:begChr m:val="["/>
                              <m:endChr m:val="]"/>
                              <m:ctrlPr>
                                <a:rPr lang="es-CO" sz="1400" b="0" i="1" smtClean="0">
                                  <a:latin typeface="Cambria Math" panose="02040503050406030204" pitchFamily="18" charset="0"/>
                                </a:rPr>
                              </m:ctrlPr>
                            </m:dPr>
                            <m:e>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r>
                                <a:rPr lang="es-CO" sz="1400" b="0" i="1" smtClean="0">
                                  <a:latin typeface="Cambria Math" panose="02040503050406030204" pitchFamily="18" charset="0"/>
                                </a:rPr>
                                <m:t>,</m:t>
                              </m:r>
                              <m:r>
                                <a:rPr lang="es-CO" sz="1400" b="0" i="1" smtClean="0">
                                  <a:latin typeface="Cambria Math" panose="02040503050406030204" pitchFamily="18" charset="0"/>
                                </a:rPr>
                                <m:t>𝑆𝑀</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e>
                          </m:d>
                        </m:e>
                        <m:sub>
                          <m:r>
                            <a:rPr lang="es-CO" sz="1400" b="0" i="1" smtClean="0">
                              <a:latin typeface="Cambria Math" panose="02040503050406030204" pitchFamily="18" charset="0"/>
                            </a:rPr>
                            <m:t>𝐼𝑃𝐶</m:t>
                          </m:r>
                        </m:sub>
                      </m:sSub>
                      <m:r>
                        <a:rPr lang="es-CO" sz="1400" b="0" i="1" smtClean="0">
                          <a:latin typeface="Cambria Math" panose="02040503050406030204" pitchFamily="18" charset="0"/>
                        </a:rPr>
                        <m:t>=</m:t>
                      </m:r>
                      <m:d>
                        <m:dPr>
                          <m:ctrlPr>
                            <a:rPr lang="es-CO" sz="1400" b="0" i="1" smtClean="0">
                              <a:latin typeface="Cambria Math" panose="02040503050406030204" pitchFamily="18" charset="0"/>
                            </a:rPr>
                          </m:ctrlPr>
                        </m:dPr>
                        <m:e>
                          <m:nary>
                            <m:naryPr>
                              <m:chr m:val="∑"/>
                              <m:ctrlPr>
                                <a:rPr lang="es-CO" sz="1400" i="1">
                                  <a:latin typeface="Cambria Math" panose="02040503050406030204" pitchFamily="18" charset="0"/>
                                </a:rPr>
                              </m:ctrlPr>
                            </m:naryPr>
                            <m:sub>
                              <m:r>
                                <a:rPr lang="es-CO" sz="1400" b="0" i="1" smtClean="0">
                                  <a:latin typeface="Cambria Math" panose="02040503050406030204" pitchFamily="18" charset="0"/>
                                </a:rPr>
                                <m:t>𝑘</m:t>
                              </m:r>
                              <m:r>
                                <a:rPr lang="es-CO" sz="1400" i="1">
                                  <a:latin typeface="Cambria Math" panose="02040503050406030204" pitchFamily="18" charset="0"/>
                                </a:rPr>
                                <m:t>=1</m:t>
                              </m:r>
                            </m:sub>
                            <m:sup>
                              <m:r>
                                <a:rPr lang="es-CO" sz="1400" i="1">
                                  <a:latin typeface="Cambria Math" panose="02040503050406030204" pitchFamily="18" charset="0"/>
                                  <a:ea typeface="Cambria Math" panose="02040503050406030204" pitchFamily="18" charset="0"/>
                                </a:rPr>
                                <m:t>𝜔</m:t>
                              </m:r>
                              <m:r>
                                <a:rPr lang="es-CO" sz="1400" i="1">
                                  <a:latin typeface="Cambria Math" panose="02040503050406030204" pitchFamily="18" charset="0"/>
                                  <a:ea typeface="Cambria Math" panose="02040503050406030204" pitchFamily="18" charset="0"/>
                                </a:rPr>
                                <m:t>(</m:t>
                              </m:r>
                              <m:r>
                                <m:rPr>
                                  <m:sty m:val="p"/>
                                </m:rPr>
                                <a:rPr lang="el-GR" sz="1400" i="1">
                                  <a:latin typeface="Cambria Math" panose="02040503050406030204" pitchFamily="18" charset="0"/>
                                  <a:ea typeface="Cambria Math" panose="02040503050406030204" pitchFamily="18" charset="0"/>
                                </a:rPr>
                                <m:t>Ω</m:t>
                              </m:r>
                              <m:r>
                                <a:rPr lang="es-CO" sz="1400" i="1">
                                  <a:latin typeface="Cambria Math" panose="02040503050406030204" pitchFamily="18" charset="0"/>
                                  <a:ea typeface="Cambria Math" panose="02040503050406030204" pitchFamily="18" charset="0"/>
                                </a:rPr>
                                <m:t>)</m:t>
                              </m:r>
                            </m:sup>
                            <m:e>
                              <m:nary>
                                <m:naryPr>
                                  <m:chr m:val="∑"/>
                                  <m:ctrlPr>
                                    <a:rPr lang="es-CO" sz="1400" i="1">
                                      <a:latin typeface="Cambria Math" panose="02040503050406030204" pitchFamily="18" charset="0"/>
                                    </a:rPr>
                                  </m:ctrlPr>
                                </m:naryPr>
                                <m:sub>
                                  <m:r>
                                    <m:rPr>
                                      <m:brk m:alnAt="23"/>
                                    </m:rPr>
                                    <a:rPr lang="es-CO" sz="1400" i="1">
                                      <a:latin typeface="Cambria Math" panose="02040503050406030204" pitchFamily="18" charset="0"/>
                                    </a:rPr>
                                    <m:t>𝑡</m:t>
                                  </m:r>
                                  <m:r>
                                    <a:rPr lang="es-CO" sz="1400" i="1">
                                      <a:latin typeface="Cambria Math" panose="02040503050406030204" pitchFamily="18" charset="0"/>
                                    </a:rPr>
                                    <m:t>=1</m:t>
                                  </m:r>
                                </m:sub>
                                <m:sup>
                                  <m:r>
                                    <a:rPr lang="es-CO" sz="1400" i="1">
                                      <a:latin typeface="Cambria Math" panose="02040503050406030204" pitchFamily="18" charset="0"/>
                                    </a:rPr>
                                    <m:t>12</m:t>
                                  </m:r>
                                </m:sup>
                                <m:e>
                                  <m:f>
                                    <m:fPr>
                                      <m:ctrlPr>
                                        <a:rPr lang="es-CO" sz="1400" i="1">
                                          <a:latin typeface="Cambria Math" panose="02040503050406030204" pitchFamily="18" charset="0"/>
                                        </a:rPr>
                                      </m:ctrlPr>
                                    </m:fPr>
                                    <m:num>
                                      <m:r>
                                        <a:rPr lang="es-CO" sz="1400" i="1">
                                          <a:latin typeface="Cambria Math" panose="02040503050406030204" pitchFamily="18" charset="0"/>
                                        </a:rPr>
                                        <m:t>𝑚</m:t>
                                      </m:r>
                                      <m:r>
                                        <a:rPr lang="es-CO" sz="1400" i="1">
                                          <a:latin typeface="Cambria Math" panose="02040503050406030204" pitchFamily="18" charset="0"/>
                                        </a:rPr>
                                        <m:t>á</m:t>
                                      </m:r>
                                      <m:r>
                                        <a:rPr lang="es-CO" sz="1400" i="1">
                                          <a:latin typeface="Cambria Math" panose="02040503050406030204" pitchFamily="18" charset="0"/>
                                        </a:rPr>
                                        <m:t>𝑥</m:t>
                                      </m:r>
                                      <m:d>
                                        <m:dPr>
                                          <m:ctrlPr>
                                            <a:rPr lang="es-CO" sz="1400" i="1">
                                              <a:latin typeface="Cambria Math" panose="02040503050406030204" pitchFamily="18" charset="0"/>
                                            </a:rPr>
                                          </m:ctrlPr>
                                        </m:dPr>
                                        <m:e>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r>
                                            <a:rPr lang="es-CO" sz="1400" i="1">
                                              <a:latin typeface="Cambria Math" panose="02040503050406030204" pitchFamily="18" charset="0"/>
                                            </a:rPr>
                                            <m:t>, </m:t>
                                          </m:r>
                                          <m:r>
                                            <a:rPr lang="es-CO" sz="1400" i="1">
                                              <a:latin typeface="Cambria Math" panose="02040503050406030204" pitchFamily="18" charset="0"/>
                                            </a:rPr>
                                            <m:t>𝑆𝑀</m:t>
                                          </m:r>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e>
                                      </m:d>
                                      <m:r>
                                        <a:rPr lang="es-CO" sz="1400" i="1">
                                          <a:latin typeface="Cambria Math" panose="02040503050406030204" pitchFamily="18" charset="0"/>
                                          <a:ea typeface="Cambria Math" panose="02040503050406030204" pitchFamily="18" charset="0"/>
                                        </a:rPr>
                                        <m:t>∙</m:t>
                                      </m:r>
                                      <m:nary>
                                        <m:naryPr>
                                          <m:chr m:val="∏"/>
                                          <m:ctrlPr>
                                            <a:rPr lang="es-CO" sz="1400" i="1">
                                              <a:latin typeface="Cambria Math" panose="02040503050406030204" pitchFamily="18" charset="0"/>
                                              <a:ea typeface="Cambria Math" panose="02040503050406030204" pitchFamily="18" charset="0"/>
                                            </a:rPr>
                                          </m:ctrlPr>
                                        </m:naryPr>
                                        <m:sub>
                                          <m:r>
                                            <m:rPr>
                                              <m:brk m:alnAt="23"/>
                                            </m:rP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=0</m:t>
                                          </m:r>
                                        </m:sub>
                                        <m:sup>
                                          <m:r>
                                            <a:rPr lang="es-CO" sz="1400" i="1">
                                              <a:latin typeface="Cambria Math" panose="02040503050406030204" pitchFamily="18" charset="0"/>
                                              <a:ea typeface="Cambria Math" panose="02040503050406030204" pitchFamily="18" charset="0"/>
                                            </a:rPr>
                                            <m:t>𝜔</m:t>
                                          </m:r>
                                        </m:sup>
                                        <m:e>
                                          <m:r>
                                            <a:rPr lang="es-CO" sz="1400" i="1">
                                              <a:latin typeface="Cambria Math" panose="02040503050406030204" pitchFamily="18" charset="0"/>
                                              <a:ea typeface="Cambria Math" panose="02040503050406030204" pitchFamily="18" charset="0"/>
                                            </a:rPr>
                                            <m:t>(1+</m:t>
                                          </m:r>
                                          <m:sSub>
                                            <m:sSubPr>
                                              <m:ctrlPr>
                                                <a:rPr lang="es-CO" sz="1400" i="1">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𝑓</m:t>
                                              </m:r>
                                            </m:e>
                                            <m:sub>
                                              <m:r>
                                                <a:rPr lang="es-CO" sz="1400" i="1">
                                                  <a:latin typeface="Cambria Math" panose="02040503050406030204" pitchFamily="18" charset="0"/>
                                                  <a:ea typeface="Cambria Math" panose="02040503050406030204" pitchFamily="18" charset="0"/>
                                                </a:rPr>
                                                <m:t>𝑡</m:t>
                                              </m:r>
                                            </m:sub>
                                          </m:sSub>
                                          <m:r>
                                            <a:rPr lang="es-CO" sz="1400" i="1">
                                              <a:latin typeface="Cambria Math" panose="02040503050406030204" pitchFamily="18" charset="0"/>
                                              <a:ea typeface="Cambria Math" panose="02040503050406030204" pitchFamily="18" charset="0"/>
                                            </a:rPr>
                                            <m:t>)</m:t>
                                          </m:r>
                                        </m:e>
                                      </m:nary>
                                    </m:num>
                                    <m:den>
                                      <m:nary>
                                        <m:naryPr>
                                          <m:chr m:val="∏"/>
                                          <m:ctrlPr>
                                            <a:rPr lang="es-CO" sz="1400" i="1">
                                              <a:latin typeface="Cambria Math" panose="02040503050406030204" pitchFamily="18" charset="0"/>
                                              <a:ea typeface="Cambria Math" panose="02040503050406030204" pitchFamily="18" charset="0"/>
                                            </a:rPr>
                                          </m:ctrlPr>
                                        </m:naryPr>
                                        <m:sub>
                                          <m:r>
                                            <m:rPr>
                                              <m:brk m:alnAt="23"/>
                                            </m:rP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=0</m:t>
                                          </m:r>
                                        </m:sub>
                                        <m:sup>
                                          <m:r>
                                            <a:rPr lang="es-CO" sz="1400" i="1">
                                              <a:latin typeface="Cambria Math" panose="02040503050406030204" pitchFamily="18" charset="0"/>
                                              <a:ea typeface="Cambria Math" panose="02040503050406030204" pitchFamily="18" charset="0"/>
                                            </a:rPr>
                                            <m:t>𝜔</m:t>
                                          </m:r>
                                        </m:sup>
                                        <m:e>
                                          <m:sSup>
                                            <m:sSupPr>
                                              <m:ctrlPr>
                                                <a:rPr lang="es-CO" sz="1400" b="0" i="1" smtClean="0">
                                                  <a:latin typeface="Cambria Math" panose="02040503050406030204" pitchFamily="18" charset="0"/>
                                                  <a:ea typeface="Cambria Math" panose="02040503050406030204" pitchFamily="18" charset="0"/>
                                                </a:rPr>
                                              </m:ctrlPr>
                                            </m:sSupPr>
                                            <m:e>
                                              <m:d>
                                                <m:dPr>
                                                  <m:ctrlPr>
                                                    <a:rPr lang="es-CO" sz="1400" b="0" i="1" smtClean="0">
                                                      <a:latin typeface="Cambria Math" panose="02040503050406030204" pitchFamily="18" charset="0"/>
                                                      <a:ea typeface="Cambria Math" panose="02040503050406030204" pitchFamily="18" charset="0"/>
                                                    </a:rPr>
                                                  </m:ctrlPr>
                                                </m:dPr>
                                                <m:e>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a:rPr lang="es-CO" sz="1400" i="1">
                                                              <a:latin typeface="Cambria Math" panose="02040503050406030204" pitchFamily="18" charset="0"/>
                                                              <a:ea typeface="Cambria Math" panose="02040503050406030204" pitchFamily="18" charset="0"/>
                                                            </a:rPr>
                                                            <m:t>𝑟</m:t>
                                                          </m:r>
                                                        </m:e>
                                                      </m:d>
                                                    </m:e>
                                                    <m:sup>
                                                      <m:r>
                                                        <a:rPr lang="es-CO" sz="1400" i="1">
                                                          <a:latin typeface="Cambria Math" panose="02040503050406030204" pitchFamily="18" charset="0"/>
                                                          <a:ea typeface="Cambria Math" panose="02040503050406030204" pitchFamily="18" charset="0"/>
                                                        </a:rPr>
                                                        <m:t>1/12</m:t>
                                                      </m:r>
                                                    </m:sup>
                                                  </m:sSup>
                                                  <m:sSup>
                                                    <m:sSupPr>
                                                      <m:ctrlPr>
                                                        <a:rPr lang="es-CO" sz="1400" b="0" i="1" smtClean="0">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𝑓</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sub>
                                                          </m:sSub>
                                                        </m:e>
                                                      </m:d>
                                                    </m:e>
                                                    <m:sup>
                                                      <m:r>
                                                        <a:rPr lang="es-CO" sz="1400" b="0" i="1" smtClean="0">
                                                          <a:latin typeface="Cambria Math" panose="02040503050406030204" pitchFamily="18" charset="0"/>
                                                          <a:ea typeface="Cambria Math" panose="02040503050406030204" pitchFamily="18" charset="0"/>
                                                        </a:rPr>
                                                        <m:t>1/12</m:t>
                                                      </m:r>
                                                    </m:sup>
                                                  </m:sSup>
                                                </m:e>
                                              </m:d>
                                            </m:e>
                                            <m:sup/>
                                          </m:sSup>
                                        </m:e>
                                      </m:nary>
                                    </m:den>
                                  </m:f>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f>
                                        <m:fPr>
                                          <m:ctrlPr>
                                            <a:rPr lang="es-CO" sz="1400" i="1">
                                              <a:latin typeface="Cambria Math" panose="02040503050406030204" pitchFamily="18" charset="0"/>
                                              <a:ea typeface="Cambria Math" panose="02040503050406030204" pitchFamily="18" charset="0"/>
                                            </a:rPr>
                                          </m:ctrlPr>
                                        </m:fPr>
                                        <m:num>
                                          <m:r>
                                            <a:rPr lang="es-CO" sz="1400" i="1">
                                              <a:latin typeface="Cambria Math" panose="02040503050406030204" pitchFamily="18" charset="0"/>
                                              <a:ea typeface="Cambria Math" panose="02040503050406030204" pitchFamily="18" charset="0"/>
                                            </a:rPr>
                                            <m:t>𝑡</m:t>
                                          </m:r>
                                        </m:num>
                                        <m:den>
                                          <m:r>
                                            <a:rPr lang="es-CO" sz="1400" i="1">
                                              <a:latin typeface="Cambria Math" panose="02040503050406030204" pitchFamily="18" charset="0"/>
                                              <a:ea typeface="Cambria Math" panose="02040503050406030204" pitchFamily="18" charset="0"/>
                                            </a:rPr>
                                            <m:t>12</m:t>
                                          </m:r>
                                        </m:den>
                                      </m:f>
                                    </m:sub>
                                  </m:sSub>
                                  <m:sSub>
                                    <m:sSubPr>
                                      <m:ctrlPr>
                                        <a:rPr lang="es-CO" sz="1400" i="1">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r>
                                        <a:rPr lang="es-CO" sz="1400" i="1">
                                          <a:latin typeface="Cambria Math" panose="02040503050406030204" pitchFamily="18" charset="0"/>
                                          <a:ea typeface="Cambria Math" panose="02040503050406030204" pitchFamily="18" charset="0"/>
                                        </a:rPr>
                                        <m:t> </m:t>
                                      </m:r>
                                    </m:e>
                                    <m:sub>
                                      <m:r>
                                        <m:rPr>
                                          <m:sty m:val="p"/>
                                        </m:rPr>
                                        <a:rPr lang="el-GR" sz="1400" i="1">
                                          <a:latin typeface="Cambria Math" panose="02040503050406030204" pitchFamily="18" charset="0"/>
                                          <a:ea typeface="Cambria Math" panose="02040503050406030204" pitchFamily="18" charset="0"/>
                                        </a:rPr>
                                        <m:t>Ω</m:t>
                                      </m:r>
                                    </m:sub>
                                  </m:sSub>
                                </m:e>
                              </m:nary>
                            </m:e>
                          </m:nary>
                        </m:e>
                      </m:d>
                    </m:oMath>
                  </m:oMathPara>
                </a14:m>
                <a:endParaRPr lang="es-CO" sz="1400" dirty="0"/>
              </a:p>
            </p:txBody>
          </p:sp>
        </mc:Choice>
        <mc:Fallback xmlns="">
          <p:sp>
            <p:nvSpPr>
              <p:cNvPr id="14" name="CuadroTexto 13">
                <a:extLst>
                  <a:ext uri="{FF2B5EF4-FFF2-40B4-BE49-F238E27FC236}">
                    <a16:creationId xmlns:a16="http://schemas.microsoft.com/office/drawing/2014/main" id="{74F0BCE7-8B90-C31C-391E-14C639F012D1}"/>
                  </a:ext>
                </a:extLst>
              </p:cNvPr>
              <p:cNvSpPr txBox="1">
                <a:spLocks noRot="1" noChangeAspect="1" noMove="1" noResize="1" noEditPoints="1" noAdjustHandles="1" noChangeArrowheads="1" noChangeShapeType="1" noTextEdit="1"/>
              </p:cNvSpPr>
              <p:nvPr/>
            </p:nvSpPr>
            <p:spPr>
              <a:xfrm>
                <a:off x="944607" y="1678191"/>
                <a:ext cx="6180731" cy="693588"/>
              </a:xfrm>
              <a:prstGeom prst="rect">
                <a:avLst/>
              </a:prstGeom>
              <a:blipFill>
                <a:blip r:embed="rId6"/>
                <a:stretch>
                  <a:fillRect/>
                </a:stretch>
              </a:blipFill>
            </p:spPr>
            <p:txBody>
              <a:bodyPr/>
              <a:lstStyle/>
              <a:p>
                <a:r>
                  <a:rPr lang="es-CO">
                    <a:noFill/>
                  </a:rPr>
                  <a:t> </a:t>
                </a:r>
              </a:p>
            </p:txBody>
          </p:sp>
        </mc:Fallback>
      </mc:AlternateContent>
      <p:sp>
        <p:nvSpPr>
          <p:cNvPr id="24" name="CuadroTexto 23">
            <a:extLst>
              <a:ext uri="{FF2B5EF4-FFF2-40B4-BE49-F238E27FC236}">
                <a16:creationId xmlns:a16="http://schemas.microsoft.com/office/drawing/2014/main" id="{7C2006E6-4130-0BE4-1796-CA7324736270}"/>
              </a:ext>
            </a:extLst>
          </p:cNvPr>
          <p:cNvSpPr txBox="1"/>
          <p:nvPr/>
        </p:nvSpPr>
        <p:spPr>
          <a:xfrm>
            <a:off x="552787" y="4703375"/>
            <a:ext cx="1473160" cy="338554"/>
          </a:xfrm>
          <a:prstGeom prst="rect">
            <a:avLst/>
          </a:prstGeom>
          <a:noFill/>
        </p:spPr>
        <p:txBody>
          <a:bodyPr wrap="none" rtlCol="0">
            <a:spAutoFit/>
          </a:bodyPr>
          <a:lstStyle/>
          <a:p>
            <a:r>
              <a:rPr lang="es-CO" sz="1600" b="1" dirty="0">
                <a:solidFill>
                  <a:schemeClr val="tx1">
                    <a:lumMod val="75000"/>
                    <a:lumOff val="25000"/>
                  </a:schemeClr>
                </a:solidFill>
                <a:ea typeface="ＭＳ Ｐゴシック" pitchFamily="-84" charset="-128"/>
                <a:cs typeface="Arial" pitchFamily="34" charset="0"/>
              </a:rPr>
              <a:t>IPC proyectado</a:t>
            </a:r>
          </a:p>
        </p:txBody>
      </p:sp>
      <p:sp>
        <p:nvSpPr>
          <p:cNvPr id="27" name="CuadroTexto 26">
            <a:extLst>
              <a:ext uri="{FF2B5EF4-FFF2-40B4-BE49-F238E27FC236}">
                <a16:creationId xmlns:a16="http://schemas.microsoft.com/office/drawing/2014/main" id="{32B98C99-7C9C-0412-E7C2-292C7C868BEC}"/>
              </a:ext>
            </a:extLst>
          </p:cNvPr>
          <p:cNvSpPr txBox="1"/>
          <p:nvPr/>
        </p:nvSpPr>
        <p:spPr>
          <a:xfrm>
            <a:off x="1215787" y="5317562"/>
            <a:ext cx="1063112" cy="338554"/>
          </a:xfrm>
          <a:prstGeom prst="rect">
            <a:avLst/>
          </a:prstGeom>
          <a:noFill/>
        </p:spPr>
        <p:txBody>
          <a:bodyPr wrap="none" rtlCol="0">
            <a:spAutoFit/>
          </a:bodyPr>
          <a:lstStyle>
            <a:defPPr>
              <a:defRPr lang="es-CO"/>
            </a:defPPr>
            <a:lvl1pPr>
              <a:defRPr sz="1600" b="1">
                <a:solidFill>
                  <a:schemeClr val="tx1">
                    <a:lumMod val="75000"/>
                    <a:lumOff val="25000"/>
                  </a:schemeClr>
                </a:solidFill>
                <a:ea typeface="ＭＳ Ｐゴシック" pitchFamily="-84" charset="-128"/>
                <a:cs typeface="Arial" pitchFamily="34" charset="0"/>
              </a:defRPr>
            </a:lvl1pPr>
          </a:lstStyle>
          <a:p>
            <a:r>
              <a:rPr lang="es-CO" sz="1400" dirty="0"/>
              <a:t>Primer</a:t>
            </a:r>
            <a:r>
              <a:rPr lang="es-CO" dirty="0"/>
              <a:t> año</a:t>
            </a:r>
          </a:p>
        </p:txBody>
      </p:sp>
      <p:sp>
        <p:nvSpPr>
          <p:cNvPr id="28" name="CuadroTexto 27">
            <a:extLst>
              <a:ext uri="{FF2B5EF4-FFF2-40B4-BE49-F238E27FC236}">
                <a16:creationId xmlns:a16="http://schemas.microsoft.com/office/drawing/2014/main" id="{8AEE328F-4BBB-70E1-B5F3-757EFC31BA5B}"/>
              </a:ext>
            </a:extLst>
          </p:cNvPr>
          <p:cNvSpPr txBox="1"/>
          <p:nvPr/>
        </p:nvSpPr>
        <p:spPr>
          <a:xfrm>
            <a:off x="1223803" y="5487502"/>
            <a:ext cx="1042273" cy="276999"/>
          </a:xfrm>
          <a:prstGeom prst="rect">
            <a:avLst/>
          </a:prstGeom>
          <a:noFill/>
        </p:spPr>
        <p:txBody>
          <a:bodyPr wrap="none" rtlCol="0">
            <a:spAutoFit/>
          </a:bodyPr>
          <a:lstStyle/>
          <a:p>
            <a:r>
              <a:rPr lang="es-CO" sz="1200" b="1" dirty="0"/>
              <a:t>Segundo año</a:t>
            </a:r>
          </a:p>
        </p:txBody>
      </p:sp>
      <p:sp>
        <p:nvSpPr>
          <p:cNvPr id="29" name="CuadroTexto 28">
            <a:extLst>
              <a:ext uri="{FF2B5EF4-FFF2-40B4-BE49-F238E27FC236}">
                <a16:creationId xmlns:a16="http://schemas.microsoft.com/office/drawing/2014/main" id="{8BB8FA9A-BEE3-2FEF-1924-07ED582CB389}"/>
              </a:ext>
            </a:extLst>
          </p:cNvPr>
          <p:cNvSpPr txBox="1"/>
          <p:nvPr/>
        </p:nvSpPr>
        <p:spPr>
          <a:xfrm>
            <a:off x="1223803" y="5685850"/>
            <a:ext cx="866456" cy="276999"/>
          </a:xfrm>
          <a:prstGeom prst="rect">
            <a:avLst/>
          </a:prstGeom>
          <a:noFill/>
        </p:spPr>
        <p:txBody>
          <a:bodyPr wrap="none" rtlCol="0">
            <a:spAutoFit/>
          </a:bodyPr>
          <a:lstStyle/>
          <a:p>
            <a:r>
              <a:rPr lang="es-CO" sz="1200" b="1" dirty="0"/>
              <a:t>Tercer año</a:t>
            </a:r>
          </a:p>
        </p:txBody>
      </p:sp>
      <p:sp>
        <p:nvSpPr>
          <p:cNvPr id="30" name="CuadroTexto 29">
            <a:extLst>
              <a:ext uri="{FF2B5EF4-FFF2-40B4-BE49-F238E27FC236}">
                <a16:creationId xmlns:a16="http://schemas.microsoft.com/office/drawing/2014/main" id="{96EF5C8D-CC5D-2952-106D-4BF49DD5C047}"/>
              </a:ext>
            </a:extLst>
          </p:cNvPr>
          <p:cNvSpPr txBox="1"/>
          <p:nvPr/>
        </p:nvSpPr>
        <p:spPr>
          <a:xfrm>
            <a:off x="1231819" y="5881546"/>
            <a:ext cx="1033873" cy="276999"/>
          </a:xfrm>
          <a:prstGeom prst="rect">
            <a:avLst/>
          </a:prstGeom>
          <a:noFill/>
        </p:spPr>
        <p:txBody>
          <a:bodyPr wrap="none" rtlCol="0">
            <a:spAutoFit/>
          </a:bodyPr>
          <a:lstStyle/>
          <a:p>
            <a:r>
              <a:rPr lang="es-CO" sz="1200" b="1" dirty="0"/>
              <a:t>&gt; Cuarto año</a:t>
            </a:r>
          </a:p>
        </p:txBody>
      </p:sp>
      <p:sp>
        <p:nvSpPr>
          <p:cNvPr id="8" name="Título 1">
            <a:extLst>
              <a:ext uri="{FF2B5EF4-FFF2-40B4-BE49-F238E27FC236}">
                <a16:creationId xmlns:a16="http://schemas.microsoft.com/office/drawing/2014/main" id="{21D1116E-D37A-E7C8-0639-49B1FB6FB807}"/>
              </a:ext>
            </a:extLst>
          </p:cNvPr>
          <p:cNvSpPr txBox="1">
            <a:spLocks/>
          </p:cNvSpPr>
          <p:nvPr/>
        </p:nvSpPr>
        <p:spPr>
          <a:xfrm>
            <a:off x="1974653" y="983280"/>
            <a:ext cx="4781550"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400" dirty="0">
                <a:solidFill>
                  <a:srgbClr val="215968"/>
                </a:solidFill>
                <a:ea typeface="ＭＳ Ｐゴシック" pitchFamily="-84" charset="-128"/>
              </a:rPr>
              <a:t>Se considera únicamente IPC</a:t>
            </a:r>
          </a:p>
        </p:txBody>
      </p:sp>
      <p:cxnSp>
        <p:nvCxnSpPr>
          <p:cNvPr id="3" name="Conector: angular 2">
            <a:extLst>
              <a:ext uri="{FF2B5EF4-FFF2-40B4-BE49-F238E27FC236}">
                <a16:creationId xmlns:a16="http://schemas.microsoft.com/office/drawing/2014/main" id="{7E7C432B-AEEE-3B1D-E589-F1C16FC24441}"/>
              </a:ext>
            </a:extLst>
          </p:cNvPr>
          <p:cNvCxnSpPr>
            <a:cxnSpLocks/>
            <a:stCxn id="21" idx="1"/>
          </p:cNvCxnSpPr>
          <p:nvPr/>
        </p:nvCxnSpPr>
        <p:spPr>
          <a:xfrm rot="10800000" flipH="1">
            <a:off x="372363" y="3506678"/>
            <a:ext cx="3522484" cy="2070937"/>
          </a:xfrm>
          <a:prstGeom prst="bentConnector3">
            <a:avLst>
              <a:gd name="adj1" fmla="val -649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56896DB0-3B95-4A83-542F-AA0D5ABF9797}"/>
              </a:ext>
            </a:extLst>
          </p:cNvPr>
          <p:cNvSpPr/>
          <p:nvPr/>
        </p:nvSpPr>
        <p:spPr>
          <a:xfrm>
            <a:off x="3240645" y="3096556"/>
            <a:ext cx="2669309" cy="358031"/>
          </a:xfrm>
          <a:prstGeom prst="rect">
            <a:avLst/>
          </a:prstGeom>
          <a:noFill/>
          <a:ln w="3175">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grpSp>
        <p:nvGrpSpPr>
          <p:cNvPr id="5" name="Grupo 4">
            <a:extLst>
              <a:ext uri="{FF2B5EF4-FFF2-40B4-BE49-F238E27FC236}">
                <a16:creationId xmlns:a16="http://schemas.microsoft.com/office/drawing/2014/main" id="{D3CCDB0A-E328-B30C-70F4-9D262B8F9B83}"/>
              </a:ext>
            </a:extLst>
          </p:cNvPr>
          <p:cNvGrpSpPr/>
          <p:nvPr/>
        </p:nvGrpSpPr>
        <p:grpSpPr>
          <a:xfrm>
            <a:off x="4632494" y="4923344"/>
            <a:ext cx="2849955" cy="786350"/>
            <a:chOff x="8410585" y="4158217"/>
            <a:chExt cx="3438004" cy="786350"/>
          </a:xfrm>
        </p:grpSpPr>
        <p:sp>
          <p:nvSpPr>
            <p:cNvPr id="15" name="Rectángulo 14">
              <a:extLst>
                <a:ext uri="{FF2B5EF4-FFF2-40B4-BE49-F238E27FC236}">
                  <a16:creationId xmlns:a16="http://schemas.microsoft.com/office/drawing/2014/main" id="{C77C74FC-19CD-C99A-3D7E-45E4AB32C91C}"/>
                </a:ext>
              </a:extLst>
            </p:cNvPr>
            <p:cNvSpPr/>
            <p:nvPr/>
          </p:nvSpPr>
          <p:spPr>
            <a:xfrm>
              <a:off x="8410586" y="4223225"/>
              <a:ext cx="3438002" cy="721341"/>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cs typeface="Arial" panose="020B0604020202020204" pitchFamily="34" charset="0"/>
              </a:endParaRPr>
            </a:p>
          </p:txBody>
        </p:sp>
        <p:sp>
          <p:nvSpPr>
            <p:cNvPr id="16" name="CuadroTexto 15">
              <a:extLst>
                <a:ext uri="{FF2B5EF4-FFF2-40B4-BE49-F238E27FC236}">
                  <a16:creationId xmlns:a16="http://schemas.microsoft.com/office/drawing/2014/main" id="{023B9F1E-A6F1-A67F-DC3A-1C9B034E8ED3}"/>
                </a:ext>
              </a:extLst>
            </p:cNvPr>
            <p:cNvSpPr txBox="1"/>
            <p:nvPr/>
          </p:nvSpPr>
          <p:spPr>
            <a:xfrm>
              <a:off x="10129587" y="4230056"/>
              <a:ext cx="1719002" cy="276999"/>
            </a:xfrm>
            <a:prstGeom prst="rect">
              <a:avLst/>
            </a:prstGeom>
            <a:noFill/>
          </p:spPr>
          <p:txBody>
            <a:bodyPr wrap="square" rtlCol="0">
              <a:spAutoFit/>
            </a:bodyPr>
            <a:lstStyle/>
            <a:p>
              <a:r>
                <a:rPr lang="es-MX" sz="1200" b="1" dirty="0"/>
                <a:t>Interés técnico</a:t>
              </a:r>
              <a:endParaRPr lang="es-CO" sz="1200" b="1" dirty="0"/>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9C8581C-FE6F-71A1-28BC-847C5E73DACF}"/>
                    </a:ext>
                  </a:extLst>
                </p:cNvPr>
                <p:cNvSpPr txBox="1"/>
                <p:nvPr/>
              </p:nvSpPr>
              <p:spPr>
                <a:xfrm>
                  <a:off x="8410585" y="4158217"/>
                  <a:ext cx="8260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1800" i="1" smtClean="0">
                            <a:latin typeface="Cambria Math" panose="02040503050406030204" pitchFamily="18" charset="0"/>
                            <a:ea typeface="Cambria Math" panose="02040503050406030204" pitchFamily="18" charset="0"/>
                          </a:rPr>
                          <m:t>𝑟</m:t>
                        </m:r>
                      </m:oMath>
                    </m:oMathPara>
                  </a14:m>
                  <a:endParaRPr lang="es-CO" dirty="0"/>
                </a:p>
              </p:txBody>
            </p:sp>
          </mc:Choice>
          <mc:Fallback xmlns="">
            <p:sp>
              <p:nvSpPr>
                <p:cNvPr id="17" name="CuadroTexto 16">
                  <a:extLst>
                    <a:ext uri="{FF2B5EF4-FFF2-40B4-BE49-F238E27FC236}">
                      <a16:creationId xmlns:a16="http://schemas.microsoft.com/office/drawing/2014/main" id="{29C8581C-FE6F-71A1-28BC-847C5E73DACF}"/>
                    </a:ext>
                  </a:extLst>
                </p:cNvPr>
                <p:cNvSpPr txBox="1">
                  <a:spLocks noRot="1" noChangeAspect="1" noMove="1" noResize="1" noEditPoints="1" noAdjustHandles="1" noChangeArrowheads="1" noChangeShapeType="1" noTextEdit="1"/>
                </p:cNvSpPr>
                <p:nvPr/>
              </p:nvSpPr>
              <p:spPr>
                <a:xfrm>
                  <a:off x="8410585" y="4158217"/>
                  <a:ext cx="826047" cy="369332"/>
                </a:xfrm>
                <a:prstGeom prst="rect">
                  <a:avLst/>
                </a:prstGeom>
                <a:blipFill>
                  <a:blip r:embed="rId7"/>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A8C9B3D-2237-BAAB-3248-9C086E647F8A}"/>
                    </a:ext>
                  </a:extLst>
                </p:cNvPr>
                <p:cNvSpPr txBox="1"/>
                <p:nvPr/>
              </p:nvSpPr>
              <p:spPr>
                <a:xfrm>
                  <a:off x="8646043" y="4575234"/>
                  <a:ext cx="4205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CO" sz="1800"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8" name="CuadroTexto 17">
                  <a:extLst>
                    <a:ext uri="{FF2B5EF4-FFF2-40B4-BE49-F238E27FC236}">
                      <a16:creationId xmlns:a16="http://schemas.microsoft.com/office/drawing/2014/main" id="{7A8C9B3D-2237-BAAB-3248-9C086E647F8A}"/>
                    </a:ext>
                  </a:extLst>
                </p:cNvPr>
                <p:cNvSpPr txBox="1">
                  <a:spLocks noRot="1" noChangeAspect="1" noMove="1" noResize="1" noEditPoints="1" noAdjustHandles="1" noChangeArrowheads="1" noChangeShapeType="1" noTextEdit="1"/>
                </p:cNvSpPr>
                <p:nvPr/>
              </p:nvSpPr>
              <p:spPr>
                <a:xfrm>
                  <a:off x="8646043" y="4575234"/>
                  <a:ext cx="420513" cy="369332"/>
                </a:xfrm>
                <a:prstGeom prst="rect">
                  <a:avLst/>
                </a:prstGeom>
                <a:blipFill>
                  <a:blip r:embed="rId8"/>
                  <a:stretch>
                    <a:fillRect/>
                  </a:stretch>
                </a:blipFill>
              </p:spPr>
              <p:txBody>
                <a:bodyPr/>
                <a:lstStyle/>
                <a:p>
                  <a:r>
                    <a:rPr lang="es-CO">
                      <a:noFill/>
                    </a:rPr>
                    <a:t> </a:t>
                  </a:r>
                </a:p>
              </p:txBody>
            </p:sp>
          </mc:Fallback>
        </mc:AlternateContent>
        <p:sp>
          <p:nvSpPr>
            <p:cNvPr id="22" name="CuadroTexto 21">
              <a:extLst>
                <a:ext uri="{FF2B5EF4-FFF2-40B4-BE49-F238E27FC236}">
                  <a16:creationId xmlns:a16="http://schemas.microsoft.com/office/drawing/2014/main" id="{C02B8BDA-B697-BF49-B3E9-DD8E6CCFE68C}"/>
                </a:ext>
              </a:extLst>
            </p:cNvPr>
            <p:cNvSpPr txBox="1"/>
            <p:nvPr/>
          </p:nvSpPr>
          <p:spPr>
            <a:xfrm>
              <a:off x="10129588" y="4667568"/>
              <a:ext cx="1717123" cy="276999"/>
            </a:xfrm>
            <a:prstGeom prst="rect">
              <a:avLst/>
            </a:prstGeom>
            <a:noFill/>
          </p:spPr>
          <p:txBody>
            <a:bodyPr wrap="square" rtlCol="0">
              <a:spAutoFit/>
            </a:bodyPr>
            <a:lstStyle/>
            <a:p>
              <a:r>
                <a:rPr lang="es-MX" sz="1200" b="1" dirty="0"/>
                <a:t>Deslizamiento</a:t>
              </a:r>
              <a:endParaRPr lang="es-CO" sz="1200" b="1" dirty="0"/>
            </a:p>
          </p:txBody>
        </p:sp>
      </p:grpSp>
      <p:sp>
        <p:nvSpPr>
          <p:cNvPr id="11" name="Título 1">
            <a:extLst>
              <a:ext uri="{FF2B5EF4-FFF2-40B4-BE49-F238E27FC236}">
                <a16:creationId xmlns:a16="http://schemas.microsoft.com/office/drawing/2014/main" id="{3E9E452C-E7BD-50A2-B7E3-3FF3DD324BAB}"/>
              </a:ext>
            </a:extLst>
          </p:cNvPr>
          <p:cNvSpPr txBox="1">
            <a:spLocks/>
          </p:cNvSpPr>
          <p:nvPr/>
        </p:nvSpPr>
        <p:spPr>
          <a:xfrm>
            <a:off x="8490533" y="1341366"/>
            <a:ext cx="3406312" cy="5759473"/>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400" dirty="0">
                <a:solidFill>
                  <a:srgbClr val="215968"/>
                </a:solidFill>
                <a:ea typeface="ＭＳ Ｐゴシック" pitchFamily="-84" charset="-128"/>
              </a:rPr>
              <a:t>Supuestos</a:t>
            </a:r>
          </a:p>
          <a:p>
            <a:pPr algn="ctr"/>
            <a:endParaRPr lang="es-MX"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r>
              <a:rPr lang="es-MX" altLang="es-CO" sz="1600" dirty="0">
                <a:solidFill>
                  <a:schemeClr val="bg1">
                    <a:lumMod val="50000"/>
                  </a:schemeClr>
                </a:solidFill>
                <a:ea typeface="ＭＳ Ｐゴシック" pitchFamily="-84" charset="-128"/>
              </a:rPr>
              <a:t>Se ajusta las mesadas con IPC y las menores a 1 SM se aumentan a SMLV.</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Tabla de mortalidad con factores de Mejora.</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Factor de gasto aplicados a mesadas.</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Tasa de descuento acumulada</a:t>
            </a: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24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2400" dirty="0">
              <a:solidFill>
                <a:schemeClr val="bg1">
                  <a:lumMod val="50000"/>
                </a:schemeClr>
              </a:solidFill>
              <a:ea typeface="ＭＳ Ｐゴシック" pitchFamily="-84" charset="-128"/>
            </a:endParaRPr>
          </a:p>
          <a:p>
            <a:pPr algn="ctr"/>
            <a:endParaRPr lang="es-ES_tradnl" altLang="es-CO" sz="2400" dirty="0">
              <a:solidFill>
                <a:srgbClr val="215968"/>
              </a:solidFill>
              <a:ea typeface="ＭＳ Ｐゴシック" pitchFamily="-84" charset="-128"/>
            </a:endParaRPr>
          </a:p>
        </p:txBody>
      </p:sp>
      <p:cxnSp>
        <p:nvCxnSpPr>
          <p:cNvPr id="20" name="Conector recto 19">
            <a:extLst>
              <a:ext uri="{FF2B5EF4-FFF2-40B4-BE49-F238E27FC236}">
                <a16:creationId xmlns:a16="http://schemas.microsoft.com/office/drawing/2014/main" id="{0BFC16E1-3045-0912-D0CE-243AE6BB7FD7}"/>
              </a:ext>
            </a:extLst>
          </p:cNvPr>
          <p:cNvCxnSpPr/>
          <p:nvPr/>
        </p:nvCxnSpPr>
        <p:spPr>
          <a:xfrm>
            <a:off x="8302963" y="1190424"/>
            <a:ext cx="0" cy="5399929"/>
          </a:xfrm>
          <a:prstGeom prst="line">
            <a:avLst/>
          </a:prstGeom>
        </p:spPr>
        <p:style>
          <a:lnRef idx="1">
            <a:schemeClr val="accent1"/>
          </a:lnRef>
          <a:fillRef idx="0">
            <a:schemeClr val="accent1"/>
          </a:fillRef>
          <a:effectRef idx="0">
            <a:schemeClr val="accent1"/>
          </a:effectRef>
          <a:fontRef idx="minor">
            <a:schemeClr val="tx1"/>
          </a:fontRef>
        </p:style>
      </p:cxnSp>
      <p:sp>
        <p:nvSpPr>
          <p:cNvPr id="9" name="Google Shape;734;p47">
            <a:extLst>
              <a:ext uri="{FF2B5EF4-FFF2-40B4-BE49-F238E27FC236}">
                <a16:creationId xmlns:a16="http://schemas.microsoft.com/office/drawing/2014/main" id="{2F1CD42E-DA9B-4173-3B18-DAABE0016FE0}"/>
              </a:ext>
            </a:extLst>
          </p:cNvPr>
          <p:cNvSpPr/>
          <p:nvPr/>
        </p:nvSpPr>
        <p:spPr>
          <a:xfrm>
            <a:off x="8490533" y="987556"/>
            <a:ext cx="3549067" cy="2892782"/>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23" name="Google Shape;740;p47">
            <a:extLst>
              <a:ext uri="{FF2B5EF4-FFF2-40B4-BE49-F238E27FC236}">
                <a16:creationId xmlns:a16="http://schemas.microsoft.com/office/drawing/2014/main" id="{16B8E8AA-ABB7-1FFF-16CF-C2235E70206F}"/>
              </a:ext>
            </a:extLst>
          </p:cNvPr>
          <p:cNvSpPr/>
          <p:nvPr/>
        </p:nvSpPr>
        <p:spPr>
          <a:xfrm>
            <a:off x="9039994" y="1082524"/>
            <a:ext cx="2307389" cy="460824"/>
          </a:xfrm>
          <a:prstGeom prst="rect">
            <a:avLst/>
          </a:prstGeom>
          <a:noFill/>
          <a:ln w="9525" cap="flat" cmpd="sng">
            <a:solidFill>
              <a:srgbClr val="02848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lang="es-CO" sz="1400" b="1" i="0" u="none" strike="noStrike" cap="none" dirty="0">
              <a:solidFill>
                <a:srgbClr val="666666"/>
              </a:solidFill>
              <a:latin typeface="Franklin Gothic Book" panose="020B0503020102020204" pitchFamily="34" charset="0"/>
              <a:ea typeface="Lato"/>
              <a:cs typeface="Lato"/>
              <a:sym typeface="Lato"/>
            </a:endParaRPr>
          </a:p>
        </p:txBody>
      </p:sp>
      <p:sp>
        <p:nvSpPr>
          <p:cNvPr id="25" name="Google Shape;734;p47">
            <a:extLst>
              <a:ext uri="{FF2B5EF4-FFF2-40B4-BE49-F238E27FC236}">
                <a16:creationId xmlns:a16="http://schemas.microsoft.com/office/drawing/2014/main" id="{32B4E998-770A-E773-31B5-AB07356B4CFC}"/>
              </a:ext>
            </a:extLst>
          </p:cNvPr>
          <p:cNvSpPr/>
          <p:nvPr/>
        </p:nvSpPr>
        <p:spPr>
          <a:xfrm>
            <a:off x="2400279" y="4142231"/>
            <a:ext cx="3650203" cy="282667"/>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26" name="Google Shape;734;p47">
            <a:extLst>
              <a:ext uri="{FF2B5EF4-FFF2-40B4-BE49-F238E27FC236}">
                <a16:creationId xmlns:a16="http://schemas.microsoft.com/office/drawing/2014/main" id="{FDC71CAA-AB62-B796-BE63-B95BBCC4B1EF}"/>
              </a:ext>
            </a:extLst>
          </p:cNvPr>
          <p:cNvSpPr/>
          <p:nvPr/>
        </p:nvSpPr>
        <p:spPr>
          <a:xfrm>
            <a:off x="384769" y="5043739"/>
            <a:ext cx="2009190" cy="1015663"/>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31" name="Google Shape;734;p47">
            <a:extLst>
              <a:ext uri="{FF2B5EF4-FFF2-40B4-BE49-F238E27FC236}">
                <a16:creationId xmlns:a16="http://schemas.microsoft.com/office/drawing/2014/main" id="{C752CF0A-5147-D2A3-F588-B515116BEAAE}"/>
              </a:ext>
            </a:extLst>
          </p:cNvPr>
          <p:cNvSpPr/>
          <p:nvPr/>
        </p:nvSpPr>
        <p:spPr>
          <a:xfrm>
            <a:off x="4603991" y="4995184"/>
            <a:ext cx="2876902" cy="714510"/>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Tree>
    <p:extLst>
      <p:ext uri="{BB962C8B-B14F-4D97-AF65-F5344CB8AC3E}">
        <p14:creationId xmlns:p14="http://schemas.microsoft.com/office/powerpoint/2010/main" val="1090382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A3520336-155E-421B-7F4F-702562D2C68E}"/>
              </a:ext>
            </a:extLst>
          </p:cNvPr>
          <p:cNvSpPr/>
          <p:nvPr/>
        </p:nvSpPr>
        <p:spPr>
          <a:xfrm>
            <a:off x="450287" y="5083780"/>
            <a:ext cx="2028186" cy="1076188"/>
          </a:xfrm>
          <a:prstGeom prst="rect">
            <a:avLst/>
          </a:prstGeom>
          <a:solidFill>
            <a:schemeClr val="accent5">
              <a:lumMod val="20000"/>
              <a:lumOff val="80000"/>
            </a:schemeClr>
          </a:solidFill>
          <a:ln>
            <a:solidFill>
              <a:schemeClr val="accent5">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19" name="Rectángulo 18">
            <a:extLst>
              <a:ext uri="{FF2B5EF4-FFF2-40B4-BE49-F238E27FC236}">
                <a16:creationId xmlns:a16="http://schemas.microsoft.com/office/drawing/2014/main" id="{7E34B2FA-7462-C876-AE0E-FF249D0E31B0}"/>
              </a:ext>
            </a:extLst>
          </p:cNvPr>
          <p:cNvSpPr/>
          <p:nvPr/>
        </p:nvSpPr>
        <p:spPr>
          <a:xfrm>
            <a:off x="3666403" y="4040246"/>
            <a:ext cx="3639860" cy="276999"/>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400" dirty="0">
              <a:ln w="0"/>
              <a:solidFill>
                <a:schemeClr val="tx1"/>
              </a:solidFill>
              <a:latin typeface="Arial" panose="020B0604020202020204" pitchFamily="34" charset="0"/>
              <a:cs typeface="Arial" panose="020B0604020202020204" pitchFamily="34" charset="0"/>
            </a:endParaRPr>
          </a:p>
        </p:txBody>
      </p:sp>
      <p:sp>
        <p:nvSpPr>
          <p:cNvPr id="2" name="Título 1"/>
          <p:cNvSpPr>
            <a:spLocks noGrp="1"/>
          </p:cNvSpPr>
          <p:nvPr>
            <p:ph type="title"/>
          </p:nvPr>
        </p:nvSpPr>
        <p:spPr>
          <a:xfrm>
            <a:off x="263351" y="332656"/>
            <a:ext cx="11016625" cy="470234"/>
          </a:xfrm>
        </p:spPr>
        <p:txBody>
          <a:bodyPr/>
          <a:lstStyle/>
          <a:p>
            <a:r>
              <a:rPr lang="es-ES_tradnl" altLang="es-CO" dirty="0"/>
              <a:t>Metodología Deslizamiento – Escenario con IPC y deslizamiento</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8DD15491-6C4A-5EF4-6108-6F5EF13828FA}"/>
                  </a:ext>
                </a:extLst>
              </p:cNvPr>
              <p:cNvSpPr txBox="1"/>
              <p:nvPr/>
            </p:nvSpPr>
            <p:spPr>
              <a:xfrm>
                <a:off x="3666403" y="4053910"/>
                <a:ext cx="3619622" cy="3262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𝑅</m:t>
                          </m:r>
                        </m:e>
                        <m:sub>
                          <m:r>
                            <a:rPr lang="es-MX" sz="1400" b="0" i="1" smtClean="0">
                              <a:latin typeface="Cambria Math" panose="02040503050406030204" pitchFamily="18" charset="0"/>
                            </a:rPr>
                            <m:t>𝐸𝑆</m:t>
                          </m:r>
                          <m:sSub>
                            <m:sSubPr>
                              <m:ctrlPr>
                                <a:rPr lang="es-MX" sz="1400" b="0" i="1" smtClean="0">
                                  <a:latin typeface="Cambria Math" panose="02040503050406030204" pitchFamily="18" charset="0"/>
                                </a:rPr>
                              </m:ctrlPr>
                            </m:sSubPr>
                            <m:e>
                              <m:r>
                                <a:rPr lang="es-MX" sz="1400" b="0" i="1" smtClean="0">
                                  <a:latin typeface="Cambria Math" panose="02040503050406030204" pitchFamily="18" charset="0"/>
                                </a:rPr>
                                <m:t>𝐶</m:t>
                              </m:r>
                            </m:e>
                            <m:sub>
                              <m:r>
                                <a:rPr lang="es-MX" sz="1400" b="0" i="1" smtClean="0">
                                  <a:latin typeface="Cambria Math" panose="02040503050406030204" pitchFamily="18" charset="0"/>
                                </a:rPr>
                                <m:t>𝑁</m:t>
                              </m:r>
                            </m:sub>
                          </m:sSub>
                        </m:sub>
                      </m:sSub>
                      <m:d>
                        <m:dPr>
                          <m:ctrlPr>
                            <a:rPr lang="es-CO" sz="1400" b="0" i="1" smtClean="0">
                              <a:latin typeface="Cambria Math" panose="02040503050406030204" pitchFamily="18" charset="0"/>
                            </a:rPr>
                          </m:ctrlPr>
                        </m:dPr>
                        <m:e>
                          <m:r>
                            <a:rPr lang="es-CO" sz="1400" b="0" i="1" smtClean="0">
                              <a:latin typeface="Cambria Math" panose="02040503050406030204" pitchFamily="18" charset="0"/>
                            </a:rPr>
                            <m:t>𝐴</m:t>
                          </m:r>
                        </m:e>
                      </m:d>
                      <m:r>
                        <a:rPr lang="es-CO" sz="1400" b="0" i="1" smtClean="0">
                          <a:latin typeface="Cambria Math" panose="02040503050406030204" pitchFamily="18" charset="0"/>
                        </a:rPr>
                        <m:t>=</m:t>
                      </m:r>
                      <m:r>
                        <a:rPr lang="es-CO" sz="1400" b="0" i="1" smtClean="0">
                          <a:latin typeface="Cambria Math" panose="02040503050406030204" pitchFamily="18" charset="0"/>
                        </a:rPr>
                        <m:t>𝑉𝐴</m:t>
                      </m:r>
                      <m:d>
                        <m:dPr>
                          <m:begChr m:val="["/>
                          <m:endChr m:val="]"/>
                          <m:ctrlPr>
                            <a:rPr lang="es-CO" sz="1400" b="0" i="1" smtClean="0">
                              <a:latin typeface="Cambria Math" panose="02040503050406030204" pitchFamily="18" charset="0"/>
                            </a:rPr>
                          </m:ctrlPr>
                        </m:dPr>
                        <m:e>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r>
                            <a:rPr lang="es-CO" sz="1400" b="0" i="1" smtClean="0">
                              <a:latin typeface="Cambria Math" panose="02040503050406030204" pitchFamily="18" charset="0"/>
                            </a:rPr>
                            <m:t>,</m:t>
                          </m:r>
                          <m:r>
                            <a:rPr lang="es-CO" sz="1400" b="0" i="1" smtClean="0">
                              <a:latin typeface="Cambria Math" panose="02040503050406030204" pitchFamily="18" charset="0"/>
                            </a:rPr>
                            <m:t>𝑆𝑀</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e>
                      </m:d>
                      <m:r>
                        <a:rPr lang="es-CO" sz="1400" i="1">
                          <a:latin typeface="Cambria Math" panose="02040503050406030204" pitchFamily="18" charset="0"/>
                        </a:rPr>
                        <m:t>+</m:t>
                      </m:r>
                      <m:r>
                        <a:rPr lang="es-CO" sz="1400" i="1">
                          <a:latin typeface="Cambria Math" panose="02040503050406030204" pitchFamily="18" charset="0"/>
                        </a:rPr>
                        <m:t>𝐴𝐹</m:t>
                      </m:r>
                      <m:d>
                        <m:dPr>
                          <m:begChr m:val="["/>
                          <m:endChr m:val="]"/>
                          <m:ctrlPr>
                            <a:rPr lang="es-CO" sz="1400" i="1">
                              <a:latin typeface="Cambria Math" panose="02040503050406030204" pitchFamily="18" charset="0"/>
                            </a:rPr>
                          </m:ctrlPr>
                        </m:dPr>
                        <m:e>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r>
                            <a:rPr lang="es-CO" sz="1400" i="1">
                              <a:latin typeface="Cambria Math" panose="02040503050406030204" pitchFamily="18" charset="0"/>
                            </a:rPr>
                            <m:t>,</m:t>
                          </m:r>
                          <m:r>
                            <a:rPr lang="es-CO" sz="1400" i="1">
                              <a:latin typeface="Cambria Math" panose="02040503050406030204" pitchFamily="18" charset="0"/>
                            </a:rPr>
                            <m:t>𝑆𝑀</m:t>
                          </m:r>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e>
                      </m:d>
                    </m:oMath>
                  </m:oMathPara>
                </a14:m>
                <a:endParaRPr lang="es-CO" sz="1400" dirty="0"/>
              </a:p>
            </p:txBody>
          </p:sp>
        </mc:Choice>
        <mc:Fallback xmlns="">
          <p:sp>
            <p:nvSpPr>
              <p:cNvPr id="7" name="CuadroTexto 6">
                <a:extLst>
                  <a:ext uri="{FF2B5EF4-FFF2-40B4-BE49-F238E27FC236}">
                    <a16:creationId xmlns:a16="http://schemas.microsoft.com/office/drawing/2014/main" id="{8DD15491-6C4A-5EF4-6108-6F5EF13828FA}"/>
                  </a:ext>
                </a:extLst>
              </p:cNvPr>
              <p:cNvSpPr txBox="1">
                <a:spLocks noRot="1" noChangeAspect="1" noMove="1" noResize="1" noEditPoints="1" noAdjustHandles="1" noChangeArrowheads="1" noChangeShapeType="1" noTextEdit="1"/>
              </p:cNvSpPr>
              <p:nvPr/>
            </p:nvSpPr>
            <p:spPr>
              <a:xfrm>
                <a:off x="3666403" y="4053910"/>
                <a:ext cx="3619622" cy="326243"/>
              </a:xfrm>
              <a:prstGeom prst="rect">
                <a:avLst/>
              </a:prstGeom>
              <a:blipFill>
                <a:blip r:embed="rId2"/>
                <a:stretch>
                  <a:fillRect/>
                </a:stretch>
              </a:blipFill>
            </p:spPr>
            <p:txBody>
              <a:bodyPr/>
              <a:lstStyle/>
              <a:p>
                <a:r>
                  <a:rPr lang="es-CO">
                    <a:noFill/>
                  </a:rPr>
                  <a:t> </a:t>
                </a:r>
              </a:p>
            </p:txBody>
          </p:sp>
        </mc:Fallback>
      </mc:AlternateContent>
      <p:sp>
        <p:nvSpPr>
          <p:cNvPr id="10" name="CuadroTexto 9">
            <a:extLst>
              <a:ext uri="{FF2B5EF4-FFF2-40B4-BE49-F238E27FC236}">
                <a16:creationId xmlns:a16="http://schemas.microsoft.com/office/drawing/2014/main" id="{5D842EB2-2B6E-15C6-07A0-4C8D49B098A3}"/>
              </a:ext>
            </a:extLst>
          </p:cNvPr>
          <p:cNvSpPr txBox="1"/>
          <p:nvPr/>
        </p:nvSpPr>
        <p:spPr>
          <a:xfrm>
            <a:off x="-360762" y="2359499"/>
            <a:ext cx="65" cy="215444"/>
          </a:xfrm>
          <a:prstGeom prst="rect">
            <a:avLst/>
          </a:prstGeom>
          <a:noFill/>
        </p:spPr>
        <p:txBody>
          <a:bodyPr wrap="none" lIns="0" tIns="0" rIns="0" bIns="0" rtlCol="0">
            <a:spAutoFit/>
          </a:bodyPr>
          <a:lstStyle/>
          <a:p>
            <a:endParaRPr lang="es-CO" sz="1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10F268B-7A8D-3F86-809A-C74EA06B7EA3}"/>
                  </a:ext>
                </a:extLst>
              </p:cNvPr>
              <p:cNvSpPr txBox="1"/>
              <p:nvPr/>
            </p:nvSpPr>
            <p:spPr>
              <a:xfrm>
                <a:off x="599175" y="5097234"/>
                <a:ext cx="1885889"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CO" sz="1200" b="0" i="1" smtClean="0">
                          <a:latin typeface="Cambria Math" panose="02040503050406030204" pitchFamily="18" charset="0"/>
                        </a:rPr>
                        <m:t>(1+</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𝑡</m:t>
                          </m:r>
                        </m:sub>
                      </m:sSub>
                      <m:r>
                        <a:rPr lang="es-CO" sz="1200" b="0" i="1" smtClean="0">
                          <a:latin typeface="Cambria Math" panose="02040503050406030204" pitchFamily="18" charset="0"/>
                        </a:rPr>
                        <m:t>)</m:t>
                      </m:r>
                    </m:oMath>
                  </m:oMathPara>
                </a14:m>
                <a:endParaRPr lang="es-CO" sz="1200" dirty="0"/>
              </a:p>
            </p:txBody>
          </p:sp>
        </mc:Choice>
        <mc:Fallback xmlns="">
          <p:sp>
            <p:nvSpPr>
              <p:cNvPr id="12" name="CuadroTexto 11">
                <a:extLst>
                  <a:ext uri="{FF2B5EF4-FFF2-40B4-BE49-F238E27FC236}">
                    <a16:creationId xmlns:a16="http://schemas.microsoft.com/office/drawing/2014/main" id="{210F268B-7A8D-3F86-809A-C74EA06B7EA3}"/>
                  </a:ext>
                </a:extLst>
              </p:cNvPr>
              <p:cNvSpPr txBox="1">
                <a:spLocks noRot="1" noChangeAspect="1" noMove="1" noResize="1" noEditPoints="1" noAdjustHandles="1" noChangeArrowheads="1" noChangeShapeType="1" noTextEdit="1"/>
              </p:cNvSpPr>
              <p:nvPr/>
            </p:nvSpPr>
            <p:spPr>
              <a:xfrm>
                <a:off x="599175" y="5097234"/>
                <a:ext cx="1885889" cy="276999"/>
              </a:xfrm>
              <a:prstGeom prst="rect">
                <a:avLst/>
              </a:prstGeom>
              <a:blipFill>
                <a:blip r:embed="rId3"/>
                <a:stretch>
                  <a:fillRect b="-869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5082104-2028-6221-1A6D-606F1BDCD19E}"/>
                  </a:ext>
                </a:extLst>
              </p:cNvPr>
              <p:cNvSpPr txBox="1"/>
              <p:nvPr/>
            </p:nvSpPr>
            <p:spPr>
              <a:xfrm>
                <a:off x="592584" y="5360779"/>
                <a:ext cx="1885889" cy="101566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1</m:t>
                          </m:r>
                        </m:sub>
                      </m:sSub>
                      <m:r>
                        <a:rPr lang="es-CO" sz="1200" b="0" i="1" smtClean="0">
                          <a:latin typeface="Cambria Math" panose="02040503050406030204" pitchFamily="18" charset="0"/>
                        </a:rPr>
                        <m:t>=1,</m:t>
                      </m:r>
                    </m:oMath>
                  </m:oMathPara>
                </a14:m>
                <a:endParaRPr lang="es-CO" sz="12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𝑓</m:t>
                          </m:r>
                        </m:e>
                        <m:sub>
                          <m:r>
                            <a:rPr lang="es-CO" sz="1200" b="0" i="1" smtClean="0">
                              <a:latin typeface="Cambria Math" panose="02040503050406030204" pitchFamily="18" charset="0"/>
                            </a:rPr>
                            <m:t>2</m:t>
                          </m:r>
                        </m:sub>
                      </m:sSub>
                      <m:r>
                        <a:rPr lang="es-CO" sz="1200" i="1">
                          <a:latin typeface="Cambria Math" panose="02040503050406030204" pitchFamily="18" charset="0"/>
                        </a:rPr>
                        <m:t>=</m:t>
                      </m:r>
                      <m:r>
                        <a:rPr lang="es-CO" sz="1200" i="1">
                          <a:latin typeface="Cambria Math" panose="02040503050406030204" pitchFamily="18" charset="0"/>
                          <a:ea typeface="Cambria Math" panose="02040503050406030204" pitchFamily="18" charset="0"/>
                        </a:rPr>
                        <m:t>𝛼</m:t>
                      </m:r>
                      <m:r>
                        <a:rPr lang="es-CO" sz="1200" b="0" i="1" smtClean="0">
                          <a:latin typeface="Cambria Math" panose="02040503050406030204" pitchFamily="18" charset="0"/>
                        </a:rPr>
                        <m:t>,</m:t>
                      </m:r>
                    </m:oMath>
                  </m:oMathPara>
                </a14:m>
                <a:endParaRPr lang="es-CO" sz="1200" dirty="0"/>
              </a:p>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3</m:t>
                          </m:r>
                        </m:sub>
                      </m:sSub>
                      <m:r>
                        <a:rPr lang="es-CO" sz="1200" b="0" i="1" smtClean="0">
                          <a:latin typeface="Cambria Math" panose="02040503050406030204" pitchFamily="18" charset="0"/>
                        </a:rPr>
                        <m:t>=</m:t>
                      </m:r>
                      <m:r>
                        <a:rPr lang="es-CO" sz="1200" b="0" i="1" smtClean="0">
                          <a:latin typeface="Cambria Math" panose="02040503050406030204" pitchFamily="18" charset="0"/>
                          <a:ea typeface="Cambria Math" panose="02040503050406030204" pitchFamily="18" charset="0"/>
                        </a:rPr>
                        <m:t>𝛽</m:t>
                      </m:r>
                      <m:r>
                        <a:rPr lang="es-CO" sz="1200" b="0" i="1" smtClean="0">
                          <a:latin typeface="Cambria Math" panose="02040503050406030204" pitchFamily="18" charset="0"/>
                        </a:rPr>
                        <m:t>,</m:t>
                      </m:r>
                    </m:oMath>
                  </m:oMathPara>
                </a14:m>
                <a:endParaRPr lang="es-CO" sz="12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𝑓</m:t>
                          </m:r>
                        </m:e>
                        <m:sub>
                          <m:r>
                            <a:rPr lang="es-CO" sz="1200" b="0" i="1" smtClean="0">
                              <a:latin typeface="Cambria Math" panose="02040503050406030204" pitchFamily="18" charset="0"/>
                            </a:rPr>
                            <m:t>≥</m:t>
                          </m:r>
                          <m:r>
                            <a:rPr lang="es-MX" sz="1200" b="0" i="1" smtClean="0">
                              <a:latin typeface="Cambria Math" panose="02040503050406030204" pitchFamily="18" charset="0"/>
                            </a:rPr>
                            <m:t>4</m:t>
                          </m:r>
                        </m:sub>
                      </m:sSub>
                      <m:r>
                        <a:rPr lang="es-CO" sz="1200" i="1">
                          <a:latin typeface="Cambria Math" panose="02040503050406030204" pitchFamily="18" charset="0"/>
                        </a:rPr>
                        <m:t>=</m:t>
                      </m:r>
                      <m:r>
                        <a:rPr lang="es-CO" sz="1200" b="0" i="1" smtClean="0">
                          <a:latin typeface="Cambria Math" panose="02040503050406030204" pitchFamily="18" charset="0"/>
                        </a:rPr>
                        <m:t>3%,</m:t>
                      </m:r>
                    </m:oMath>
                  </m:oMathPara>
                </a14:m>
                <a:endParaRPr lang="es-CO" sz="1200" dirty="0"/>
              </a:p>
              <a:p>
                <a:endParaRPr lang="es-CO" sz="1200" dirty="0"/>
              </a:p>
            </p:txBody>
          </p:sp>
        </mc:Choice>
        <mc:Fallback xmlns="">
          <p:sp>
            <p:nvSpPr>
              <p:cNvPr id="13" name="CuadroTexto 12">
                <a:extLst>
                  <a:ext uri="{FF2B5EF4-FFF2-40B4-BE49-F238E27FC236}">
                    <a16:creationId xmlns:a16="http://schemas.microsoft.com/office/drawing/2014/main" id="{A5082104-2028-6221-1A6D-606F1BDCD19E}"/>
                  </a:ext>
                </a:extLst>
              </p:cNvPr>
              <p:cNvSpPr txBox="1">
                <a:spLocks noRot="1" noChangeAspect="1" noMove="1" noResize="1" noEditPoints="1" noAdjustHandles="1" noChangeArrowheads="1" noChangeShapeType="1" noTextEdit="1"/>
              </p:cNvSpPr>
              <p:nvPr/>
            </p:nvSpPr>
            <p:spPr>
              <a:xfrm>
                <a:off x="592584" y="5360779"/>
                <a:ext cx="1885889" cy="1015663"/>
              </a:xfrm>
              <a:prstGeom prst="rect">
                <a:avLst/>
              </a:prstGeom>
              <a:blipFill>
                <a:blip r:embed="rId4"/>
                <a:stretch>
                  <a:fillRect/>
                </a:stretch>
              </a:blipFill>
            </p:spPr>
            <p:txBody>
              <a:bodyPr/>
              <a:lstStyle/>
              <a:p>
                <a:r>
                  <a:rPr lang="es-CO">
                    <a:noFill/>
                  </a:rPr>
                  <a:t> </a:t>
                </a:r>
              </a:p>
            </p:txBody>
          </p:sp>
        </mc:Fallback>
      </mc:AlternateContent>
      <p:sp>
        <p:nvSpPr>
          <p:cNvPr id="24" name="CuadroTexto 23">
            <a:extLst>
              <a:ext uri="{FF2B5EF4-FFF2-40B4-BE49-F238E27FC236}">
                <a16:creationId xmlns:a16="http://schemas.microsoft.com/office/drawing/2014/main" id="{7C2006E6-4130-0BE4-1796-CA7324736270}"/>
              </a:ext>
            </a:extLst>
          </p:cNvPr>
          <p:cNvSpPr txBox="1"/>
          <p:nvPr/>
        </p:nvSpPr>
        <p:spPr>
          <a:xfrm>
            <a:off x="630711" y="4747635"/>
            <a:ext cx="1153457" cy="276999"/>
          </a:xfrm>
          <a:prstGeom prst="rect">
            <a:avLst/>
          </a:prstGeom>
          <a:noFill/>
        </p:spPr>
        <p:txBody>
          <a:bodyPr wrap="none" rtlCol="0">
            <a:spAutoFit/>
          </a:bodyPr>
          <a:lstStyle/>
          <a:p>
            <a:r>
              <a:rPr lang="es-CO" sz="1200" b="1" dirty="0">
                <a:solidFill>
                  <a:schemeClr val="bg1">
                    <a:lumMod val="50000"/>
                  </a:schemeClr>
                </a:solidFill>
              </a:rPr>
              <a:t>IPC proyectado</a:t>
            </a:r>
          </a:p>
        </p:txBody>
      </p:sp>
      <p:sp>
        <p:nvSpPr>
          <p:cNvPr id="27" name="CuadroTexto 26">
            <a:extLst>
              <a:ext uri="{FF2B5EF4-FFF2-40B4-BE49-F238E27FC236}">
                <a16:creationId xmlns:a16="http://schemas.microsoft.com/office/drawing/2014/main" id="{32B98C99-7C9C-0412-E7C2-292C7C868BEC}"/>
              </a:ext>
            </a:extLst>
          </p:cNvPr>
          <p:cNvSpPr txBox="1"/>
          <p:nvPr/>
        </p:nvSpPr>
        <p:spPr>
          <a:xfrm>
            <a:off x="1309743" y="5344875"/>
            <a:ext cx="984565" cy="276999"/>
          </a:xfrm>
          <a:prstGeom prst="rect">
            <a:avLst/>
          </a:prstGeom>
          <a:noFill/>
        </p:spPr>
        <p:txBody>
          <a:bodyPr wrap="none" rtlCol="0">
            <a:spAutoFit/>
          </a:bodyPr>
          <a:lstStyle/>
          <a:p>
            <a:r>
              <a:rPr lang="es-CO" sz="1200" b="1" dirty="0">
                <a:latin typeface="Century Gothic" panose="020B0502020202020204" pitchFamily="34" charset="0"/>
              </a:rPr>
              <a:t>Primer año</a:t>
            </a:r>
          </a:p>
        </p:txBody>
      </p:sp>
      <p:sp>
        <p:nvSpPr>
          <p:cNvPr id="28" name="CuadroTexto 27">
            <a:extLst>
              <a:ext uri="{FF2B5EF4-FFF2-40B4-BE49-F238E27FC236}">
                <a16:creationId xmlns:a16="http://schemas.microsoft.com/office/drawing/2014/main" id="{8AEE328F-4BBB-70E1-B5F3-757EFC31BA5B}"/>
              </a:ext>
            </a:extLst>
          </p:cNvPr>
          <p:cNvSpPr txBox="1"/>
          <p:nvPr/>
        </p:nvSpPr>
        <p:spPr>
          <a:xfrm>
            <a:off x="1301727" y="5531762"/>
            <a:ext cx="1183337" cy="276999"/>
          </a:xfrm>
          <a:prstGeom prst="rect">
            <a:avLst/>
          </a:prstGeom>
          <a:noFill/>
        </p:spPr>
        <p:txBody>
          <a:bodyPr wrap="none" rtlCol="0">
            <a:spAutoFit/>
          </a:bodyPr>
          <a:lstStyle/>
          <a:p>
            <a:r>
              <a:rPr lang="es-CO" sz="1200" b="1" dirty="0">
                <a:latin typeface="Century Gothic" panose="020B0502020202020204" pitchFamily="34" charset="0"/>
              </a:rPr>
              <a:t>Segundo año</a:t>
            </a:r>
          </a:p>
        </p:txBody>
      </p:sp>
      <p:sp>
        <p:nvSpPr>
          <p:cNvPr id="29" name="CuadroTexto 28">
            <a:extLst>
              <a:ext uri="{FF2B5EF4-FFF2-40B4-BE49-F238E27FC236}">
                <a16:creationId xmlns:a16="http://schemas.microsoft.com/office/drawing/2014/main" id="{8BB8FA9A-BEE3-2FEF-1924-07ED582CB389}"/>
              </a:ext>
            </a:extLst>
          </p:cNvPr>
          <p:cNvSpPr txBox="1"/>
          <p:nvPr/>
        </p:nvSpPr>
        <p:spPr>
          <a:xfrm>
            <a:off x="1301727" y="5730110"/>
            <a:ext cx="976549" cy="276999"/>
          </a:xfrm>
          <a:prstGeom prst="rect">
            <a:avLst/>
          </a:prstGeom>
          <a:noFill/>
        </p:spPr>
        <p:txBody>
          <a:bodyPr wrap="none" rtlCol="0">
            <a:spAutoFit/>
          </a:bodyPr>
          <a:lstStyle/>
          <a:p>
            <a:r>
              <a:rPr lang="es-CO" sz="1200" b="1" dirty="0">
                <a:latin typeface="Century Gothic" panose="020B0502020202020204" pitchFamily="34" charset="0"/>
              </a:rPr>
              <a:t>Tercer año</a:t>
            </a:r>
          </a:p>
        </p:txBody>
      </p:sp>
      <p:sp>
        <p:nvSpPr>
          <p:cNvPr id="30" name="CuadroTexto 29">
            <a:extLst>
              <a:ext uri="{FF2B5EF4-FFF2-40B4-BE49-F238E27FC236}">
                <a16:creationId xmlns:a16="http://schemas.microsoft.com/office/drawing/2014/main" id="{96EF5C8D-CC5D-2952-106D-4BF49DD5C047}"/>
              </a:ext>
            </a:extLst>
          </p:cNvPr>
          <p:cNvSpPr txBox="1"/>
          <p:nvPr/>
        </p:nvSpPr>
        <p:spPr>
          <a:xfrm>
            <a:off x="1309743" y="5925806"/>
            <a:ext cx="1164101" cy="276999"/>
          </a:xfrm>
          <a:prstGeom prst="rect">
            <a:avLst/>
          </a:prstGeom>
          <a:noFill/>
        </p:spPr>
        <p:txBody>
          <a:bodyPr wrap="none" rtlCol="0">
            <a:spAutoFit/>
          </a:bodyPr>
          <a:lstStyle/>
          <a:p>
            <a:r>
              <a:rPr lang="es-CO" sz="1200" b="1" dirty="0">
                <a:latin typeface="Century Gothic" panose="020B0502020202020204" pitchFamily="34" charset="0"/>
              </a:rPr>
              <a:t>&gt; Cuarto año</a:t>
            </a:r>
          </a:p>
        </p:txBody>
      </p:sp>
      <p:sp>
        <p:nvSpPr>
          <p:cNvPr id="8" name="Título 1">
            <a:extLst>
              <a:ext uri="{FF2B5EF4-FFF2-40B4-BE49-F238E27FC236}">
                <a16:creationId xmlns:a16="http://schemas.microsoft.com/office/drawing/2014/main" id="{21D1116E-D37A-E7C8-0639-49B1FB6FB807}"/>
              </a:ext>
            </a:extLst>
          </p:cNvPr>
          <p:cNvSpPr txBox="1">
            <a:spLocks/>
          </p:cNvSpPr>
          <p:nvPr/>
        </p:nvSpPr>
        <p:spPr>
          <a:xfrm>
            <a:off x="450287" y="1026823"/>
            <a:ext cx="7750284"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400" dirty="0">
                <a:solidFill>
                  <a:srgbClr val="215968"/>
                </a:solidFill>
                <a:ea typeface="ＭＳ Ｐゴシック" pitchFamily="-84" charset="-128"/>
              </a:rPr>
              <a:t>Se considera el IPC y el Deslizamiento</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71381F2C-D18D-6D6F-6D44-6EB1C04AC329}"/>
                  </a:ext>
                </a:extLst>
              </p:cNvPr>
              <p:cNvSpPr txBox="1"/>
              <p:nvPr/>
            </p:nvSpPr>
            <p:spPr>
              <a:xfrm>
                <a:off x="967944" y="1780855"/>
                <a:ext cx="6861237" cy="69358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CO" sz="1400" b="0" i="1" smtClean="0">
                          <a:latin typeface="Cambria Math" panose="02040503050406030204" pitchFamily="18" charset="0"/>
                        </a:rPr>
                        <m:t>𝑉𝐴</m:t>
                      </m:r>
                      <m:sSub>
                        <m:sSubPr>
                          <m:ctrlPr>
                            <a:rPr lang="es-CO" sz="1400" b="0" i="1" smtClean="0">
                              <a:latin typeface="Cambria Math" panose="02040503050406030204" pitchFamily="18" charset="0"/>
                            </a:rPr>
                          </m:ctrlPr>
                        </m:sSubPr>
                        <m:e>
                          <m:d>
                            <m:dPr>
                              <m:begChr m:val="["/>
                              <m:endChr m:val="]"/>
                              <m:ctrlPr>
                                <a:rPr lang="es-CO" sz="1400" b="0" i="1" smtClean="0">
                                  <a:latin typeface="Cambria Math" panose="02040503050406030204" pitchFamily="18" charset="0"/>
                                </a:rPr>
                              </m:ctrlPr>
                            </m:dPr>
                            <m:e>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r>
                                <a:rPr lang="es-CO" sz="1400" b="0" i="1" smtClean="0">
                                  <a:latin typeface="Cambria Math" panose="02040503050406030204" pitchFamily="18" charset="0"/>
                                </a:rPr>
                                <m:t>,</m:t>
                              </m:r>
                              <m:r>
                                <a:rPr lang="es-CO" sz="1400" b="0" i="1" smtClean="0">
                                  <a:latin typeface="Cambria Math" panose="02040503050406030204" pitchFamily="18" charset="0"/>
                                </a:rPr>
                                <m:t>𝑆𝑀</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e>
                          </m:d>
                        </m:e>
                        <m:sub>
                          <m:r>
                            <a:rPr lang="es-CO" sz="1400" b="0" i="1" smtClean="0">
                              <a:latin typeface="Cambria Math" panose="02040503050406030204" pitchFamily="18" charset="0"/>
                            </a:rPr>
                            <m:t>𝐸𝑆𝐶</m:t>
                          </m:r>
                        </m:sub>
                      </m:sSub>
                      <m:r>
                        <a:rPr lang="es-CO" sz="1400" b="0" i="1" smtClean="0">
                          <a:latin typeface="Cambria Math" panose="02040503050406030204" pitchFamily="18" charset="0"/>
                        </a:rPr>
                        <m:t>=</m:t>
                      </m:r>
                      <m:d>
                        <m:dPr>
                          <m:ctrlPr>
                            <a:rPr lang="es-CO" sz="1400" b="0" i="1" smtClean="0">
                              <a:latin typeface="Cambria Math" panose="02040503050406030204" pitchFamily="18" charset="0"/>
                            </a:rPr>
                          </m:ctrlPr>
                        </m:dPr>
                        <m:e>
                          <m:nary>
                            <m:naryPr>
                              <m:chr m:val="∑"/>
                              <m:ctrlPr>
                                <a:rPr lang="es-CO" sz="1400" i="1">
                                  <a:latin typeface="Cambria Math" panose="02040503050406030204" pitchFamily="18" charset="0"/>
                                </a:rPr>
                              </m:ctrlPr>
                            </m:naryPr>
                            <m:sub>
                              <m:r>
                                <a:rPr lang="es-CO" sz="1400" b="0" i="1" smtClean="0">
                                  <a:latin typeface="Cambria Math" panose="02040503050406030204" pitchFamily="18" charset="0"/>
                                </a:rPr>
                                <m:t>𝑘</m:t>
                              </m:r>
                              <m:r>
                                <a:rPr lang="es-CO" sz="1400" i="1">
                                  <a:latin typeface="Cambria Math" panose="02040503050406030204" pitchFamily="18" charset="0"/>
                                </a:rPr>
                                <m:t>=1</m:t>
                              </m:r>
                            </m:sub>
                            <m:sup>
                              <m:r>
                                <a:rPr lang="es-CO" sz="1400" i="1">
                                  <a:latin typeface="Cambria Math" panose="02040503050406030204" pitchFamily="18" charset="0"/>
                                  <a:ea typeface="Cambria Math" panose="02040503050406030204" pitchFamily="18" charset="0"/>
                                </a:rPr>
                                <m:t>𝜔</m:t>
                              </m:r>
                              <m:r>
                                <a:rPr lang="es-CO" sz="1400" i="1">
                                  <a:latin typeface="Cambria Math" panose="02040503050406030204" pitchFamily="18" charset="0"/>
                                  <a:ea typeface="Cambria Math" panose="02040503050406030204" pitchFamily="18" charset="0"/>
                                </a:rPr>
                                <m:t>(</m:t>
                              </m:r>
                              <m:r>
                                <m:rPr>
                                  <m:sty m:val="p"/>
                                </m:rPr>
                                <a:rPr lang="el-GR" sz="1400" i="1">
                                  <a:latin typeface="Cambria Math" panose="02040503050406030204" pitchFamily="18" charset="0"/>
                                  <a:ea typeface="Cambria Math" panose="02040503050406030204" pitchFamily="18" charset="0"/>
                                </a:rPr>
                                <m:t>Ω</m:t>
                              </m:r>
                              <m:r>
                                <a:rPr lang="es-CO" sz="1400" i="1">
                                  <a:latin typeface="Cambria Math" panose="02040503050406030204" pitchFamily="18" charset="0"/>
                                  <a:ea typeface="Cambria Math" panose="02040503050406030204" pitchFamily="18" charset="0"/>
                                </a:rPr>
                                <m:t>)</m:t>
                              </m:r>
                            </m:sup>
                            <m:e>
                              <m:nary>
                                <m:naryPr>
                                  <m:chr m:val="∑"/>
                                  <m:ctrlPr>
                                    <a:rPr lang="es-CO" sz="1400" i="1">
                                      <a:latin typeface="Cambria Math" panose="02040503050406030204" pitchFamily="18" charset="0"/>
                                    </a:rPr>
                                  </m:ctrlPr>
                                </m:naryPr>
                                <m:sub>
                                  <m:r>
                                    <m:rPr>
                                      <m:brk m:alnAt="23"/>
                                    </m:rPr>
                                    <a:rPr lang="es-CO" sz="1400" i="1">
                                      <a:latin typeface="Cambria Math" panose="02040503050406030204" pitchFamily="18" charset="0"/>
                                    </a:rPr>
                                    <m:t>𝑡</m:t>
                                  </m:r>
                                  <m:r>
                                    <a:rPr lang="es-CO" sz="1400" i="1">
                                      <a:latin typeface="Cambria Math" panose="02040503050406030204" pitchFamily="18" charset="0"/>
                                    </a:rPr>
                                    <m:t>=1</m:t>
                                  </m:r>
                                </m:sub>
                                <m:sup>
                                  <m:r>
                                    <a:rPr lang="es-CO" sz="1400" i="1">
                                      <a:latin typeface="Cambria Math" panose="02040503050406030204" pitchFamily="18" charset="0"/>
                                    </a:rPr>
                                    <m:t>12</m:t>
                                  </m:r>
                                </m:sup>
                                <m:e>
                                  <m:f>
                                    <m:fPr>
                                      <m:ctrlPr>
                                        <a:rPr lang="es-CO" sz="1400" i="1">
                                          <a:latin typeface="Cambria Math" panose="02040503050406030204" pitchFamily="18" charset="0"/>
                                        </a:rPr>
                                      </m:ctrlPr>
                                    </m:fPr>
                                    <m:num>
                                      <m:r>
                                        <a:rPr lang="es-CO" sz="1400" i="1">
                                          <a:latin typeface="Cambria Math" panose="02040503050406030204" pitchFamily="18" charset="0"/>
                                        </a:rPr>
                                        <m:t>𝑚</m:t>
                                      </m:r>
                                      <m:r>
                                        <a:rPr lang="es-CO" sz="1400" i="1">
                                          <a:latin typeface="Cambria Math" panose="02040503050406030204" pitchFamily="18" charset="0"/>
                                        </a:rPr>
                                        <m:t>á</m:t>
                                      </m:r>
                                      <m:r>
                                        <a:rPr lang="es-CO" sz="1400" i="1">
                                          <a:latin typeface="Cambria Math" panose="02040503050406030204" pitchFamily="18" charset="0"/>
                                        </a:rPr>
                                        <m:t>𝑥</m:t>
                                      </m:r>
                                      <m:d>
                                        <m:dPr>
                                          <m:ctrlPr>
                                            <a:rPr lang="es-CO" sz="1400" i="1">
                                              <a:latin typeface="Cambria Math" panose="02040503050406030204" pitchFamily="18" charset="0"/>
                                            </a:rPr>
                                          </m:ctrlPr>
                                        </m:dPr>
                                        <m:e>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r>
                                            <a:rPr lang="es-CO" sz="1400" i="1">
                                              <a:latin typeface="Cambria Math" panose="02040503050406030204" pitchFamily="18" charset="0"/>
                                            </a:rPr>
                                            <m:t>, </m:t>
                                          </m:r>
                                          <m:r>
                                            <a:rPr lang="es-CO" sz="1400" i="1">
                                              <a:latin typeface="Cambria Math" panose="02040503050406030204" pitchFamily="18" charset="0"/>
                                            </a:rPr>
                                            <m:t>𝑆𝑀</m:t>
                                          </m:r>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e>
                                      </m:d>
                                      <m:r>
                                        <a:rPr lang="es-CO" sz="1400" i="1">
                                          <a:latin typeface="Cambria Math" panose="02040503050406030204" pitchFamily="18" charset="0"/>
                                          <a:ea typeface="Cambria Math" panose="02040503050406030204" pitchFamily="18" charset="0"/>
                                        </a:rPr>
                                        <m:t>∙</m:t>
                                      </m:r>
                                      <m:nary>
                                        <m:naryPr>
                                          <m:chr m:val="∏"/>
                                          <m:ctrlPr>
                                            <a:rPr lang="es-CO" sz="1400" i="1">
                                              <a:latin typeface="Cambria Math" panose="02040503050406030204" pitchFamily="18" charset="0"/>
                                              <a:ea typeface="Cambria Math" panose="02040503050406030204" pitchFamily="18" charset="0"/>
                                            </a:rPr>
                                          </m:ctrlPr>
                                        </m:naryPr>
                                        <m:sub>
                                          <m:r>
                                            <m:rPr>
                                              <m:brk m:alnAt="23"/>
                                            </m:rP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=0</m:t>
                                          </m:r>
                                        </m:sub>
                                        <m:sup>
                                          <m:r>
                                            <a:rPr lang="es-CO" sz="1400" i="1">
                                              <a:latin typeface="Cambria Math" panose="02040503050406030204" pitchFamily="18" charset="0"/>
                                              <a:ea typeface="Cambria Math" panose="02040503050406030204" pitchFamily="18" charset="0"/>
                                            </a:rPr>
                                            <m:t>𝜔</m:t>
                                          </m:r>
                                        </m:sup>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sSub>
                                                <m:sSubPr>
                                                  <m:ctrlPr>
                                                    <a:rPr lang="es-CO" sz="1400" i="1">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𝑓</m:t>
                                                  </m:r>
                                                </m:e>
                                                <m:sub>
                                                  <m:r>
                                                    <a:rPr lang="es-CO" sz="1400" b="0" i="1" smtClean="0">
                                                      <a:latin typeface="Cambria Math" panose="02040503050406030204" pitchFamily="18" charset="0"/>
                                                      <a:ea typeface="Cambria Math" panose="02040503050406030204" pitchFamily="18" charset="0"/>
                                                    </a:rPr>
                                                    <m:t>𝑘</m:t>
                                                  </m:r>
                                                </m:sub>
                                              </m:sSub>
                                            </m:e>
                                          </m:d>
                                        </m:e>
                                      </m:nary>
                                      <m:sSup>
                                        <m:sSupPr>
                                          <m:ctrlPr>
                                            <a:rPr lang="es-CO" sz="1400" b="0" i="1" smtClean="0">
                                              <a:latin typeface="Cambria Math" panose="02040503050406030204" pitchFamily="18" charset="0"/>
                                              <a:ea typeface="Cambria Math" panose="02040503050406030204" pitchFamily="18" charset="0"/>
                                            </a:rPr>
                                          </m:ctrlPr>
                                        </m:sSupPr>
                                        <m:e>
                                          <m:r>
                                            <a:rPr lang="es-CO" sz="1400" b="0" i="1" smtClean="0">
                                              <a:latin typeface="Cambria Math" panose="02040503050406030204" pitchFamily="18" charset="0"/>
                                              <a:ea typeface="Cambria Math" panose="02040503050406030204" pitchFamily="18" charset="0"/>
                                            </a:rPr>
                                            <m:t>∙</m:t>
                                          </m:r>
                                          <m:d>
                                            <m:dPr>
                                              <m:ctrlPr>
                                                <a:rPr lang="es-CO" sz="1400" b="0" i="1" smtClean="0">
                                                  <a:latin typeface="Cambria Math" panose="02040503050406030204" pitchFamily="18" charset="0"/>
                                                  <a:ea typeface="Cambria Math" panose="02040503050406030204" pitchFamily="18" charset="0"/>
                                                </a:rPr>
                                              </m:ctrlPr>
                                            </m:dPr>
                                            <m:e>
                                              <m:r>
                                                <a:rPr lang="es-CO" sz="1400" b="0" i="1" smtClean="0">
                                                  <a:latin typeface="Cambria Math" panose="02040503050406030204" pitchFamily="18" charset="0"/>
                                                  <a:ea typeface="Cambria Math" panose="02040503050406030204" pitchFamily="18" charset="0"/>
                                                </a:rPr>
                                                <m:t>1+</m:t>
                                              </m:r>
                                              <m:r>
                                                <m:rPr>
                                                  <m:sty m:val="p"/>
                                                </m:rPr>
                                                <a:rPr lang="es-CO" sz="1400" b="0" i="1" smtClean="0">
                                                  <a:latin typeface="Cambria Math" panose="02040503050406030204" pitchFamily="18" charset="0"/>
                                                  <a:ea typeface="Cambria Math" panose="02040503050406030204" pitchFamily="18" charset="0"/>
                                                </a:rPr>
                                                <m:t>∇</m:t>
                                              </m:r>
                                            </m:e>
                                          </m:d>
                                        </m:e>
                                        <m:sup>
                                          <m:r>
                                            <a:rPr lang="es-CO" sz="1400" b="0" i="1" smtClean="0">
                                              <a:latin typeface="Cambria Math" panose="02040503050406030204" pitchFamily="18" charset="0"/>
                                              <a:ea typeface="Cambria Math" panose="02040503050406030204" pitchFamily="18" charset="0"/>
                                            </a:rPr>
                                            <m:t>𝑘</m:t>
                                          </m:r>
                                          <m:r>
                                            <a:rPr lang="es-CO" sz="1400" b="0" i="1" smtClean="0">
                                              <a:latin typeface="Cambria Math" panose="02040503050406030204" pitchFamily="18" charset="0"/>
                                              <a:ea typeface="Cambria Math" panose="02040503050406030204" pitchFamily="18" charset="0"/>
                                            </a:rPr>
                                            <m:t>−1</m:t>
                                          </m:r>
                                        </m:sup>
                                      </m:sSup>
                                    </m:num>
                                    <m:den>
                                      <m:nary>
                                        <m:naryPr>
                                          <m:chr m:val="∏"/>
                                          <m:ctrlPr>
                                            <a:rPr lang="es-CO" sz="1400" i="1">
                                              <a:latin typeface="Cambria Math" panose="02040503050406030204" pitchFamily="18" charset="0"/>
                                              <a:ea typeface="Cambria Math" panose="02040503050406030204" pitchFamily="18" charset="0"/>
                                            </a:rPr>
                                          </m:ctrlPr>
                                        </m:naryPr>
                                        <m:sub>
                                          <m:r>
                                            <m:rPr>
                                              <m:brk m:alnAt="23"/>
                                            </m:rP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=0</m:t>
                                          </m:r>
                                        </m:sub>
                                        <m:sup>
                                          <m:r>
                                            <a:rPr lang="es-CO" sz="1400" i="1">
                                              <a:latin typeface="Cambria Math" panose="02040503050406030204" pitchFamily="18" charset="0"/>
                                              <a:ea typeface="Cambria Math" panose="02040503050406030204" pitchFamily="18" charset="0"/>
                                            </a:rPr>
                                            <m:t>𝜔</m:t>
                                          </m:r>
                                        </m:sup>
                                        <m:e>
                                          <m:sSup>
                                            <m:sSupPr>
                                              <m:ctrlPr>
                                                <a:rPr lang="es-CO" sz="1400" b="0" i="1" smtClean="0">
                                                  <a:latin typeface="Cambria Math" panose="02040503050406030204" pitchFamily="18" charset="0"/>
                                                  <a:ea typeface="Cambria Math" panose="02040503050406030204" pitchFamily="18" charset="0"/>
                                                </a:rPr>
                                              </m:ctrlPr>
                                            </m:sSupPr>
                                            <m:e>
                                              <m:d>
                                                <m:dPr>
                                                  <m:ctrlPr>
                                                    <a:rPr lang="es-CO" sz="1400" b="0" i="1" smtClean="0">
                                                      <a:latin typeface="Cambria Math" panose="02040503050406030204" pitchFamily="18" charset="0"/>
                                                      <a:ea typeface="Cambria Math" panose="02040503050406030204" pitchFamily="18" charset="0"/>
                                                    </a:rPr>
                                                  </m:ctrlPr>
                                                </m:dPr>
                                                <m:e>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a:rPr lang="es-CO" sz="1400" i="1">
                                                              <a:latin typeface="Cambria Math" panose="02040503050406030204" pitchFamily="18" charset="0"/>
                                                              <a:ea typeface="Cambria Math" panose="02040503050406030204" pitchFamily="18" charset="0"/>
                                                            </a:rPr>
                                                            <m:t>𝑟</m:t>
                                                          </m:r>
                                                        </m:e>
                                                      </m:d>
                                                    </m:e>
                                                    <m:sup>
                                                      <m:r>
                                                        <a:rPr lang="es-CO" sz="1400" i="1">
                                                          <a:latin typeface="Cambria Math" panose="02040503050406030204" pitchFamily="18" charset="0"/>
                                                          <a:ea typeface="Cambria Math" panose="02040503050406030204" pitchFamily="18" charset="0"/>
                                                        </a:rPr>
                                                        <m:t>1/12</m:t>
                                                      </m:r>
                                                    </m:sup>
                                                  </m:sSup>
                                                  <m:sSup>
                                                    <m:sSupPr>
                                                      <m:ctrlPr>
                                                        <a:rPr lang="es-CO" sz="1400" b="0" i="1" smtClean="0">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𝑓</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sub>
                                                          </m:sSub>
                                                        </m:e>
                                                      </m:d>
                                                    </m:e>
                                                    <m:sup>
                                                      <m:r>
                                                        <a:rPr lang="es-CO" sz="1400" b="0" i="1" smtClean="0">
                                                          <a:latin typeface="Cambria Math" panose="02040503050406030204" pitchFamily="18" charset="0"/>
                                                          <a:ea typeface="Cambria Math" panose="02040503050406030204" pitchFamily="18" charset="0"/>
                                                        </a:rPr>
                                                        <m:t>1/12</m:t>
                                                      </m:r>
                                                    </m:sup>
                                                  </m:sSup>
                                                </m:e>
                                              </m:d>
                                            </m:e>
                                            <m:sup/>
                                          </m:sSup>
                                        </m:e>
                                      </m:nary>
                                    </m:den>
                                  </m:f>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f>
                                        <m:fPr>
                                          <m:ctrlPr>
                                            <a:rPr lang="es-CO" sz="1400" i="1">
                                              <a:latin typeface="Cambria Math" panose="02040503050406030204" pitchFamily="18" charset="0"/>
                                              <a:ea typeface="Cambria Math" panose="02040503050406030204" pitchFamily="18" charset="0"/>
                                            </a:rPr>
                                          </m:ctrlPr>
                                        </m:fPr>
                                        <m:num>
                                          <m:r>
                                            <a:rPr lang="es-CO" sz="1400" i="1">
                                              <a:latin typeface="Cambria Math" panose="02040503050406030204" pitchFamily="18" charset="0"/>
                                              <a:ea typeface="Cambria Math" panose="02040503050406030204" pitchFamily="18" charset="0"/>
                                            </a:rPr>
                                            <m:t>𝑡</m:t>
                                          </m:r>
                                        </m:num>
                                        <m:den>
                                          <m:r>
                                            <a:rPr lang="es-CO" sz="1400" i="1">
                                              <a:latin typeface="Cambria Math" panose="02040503050406030204" pitchFamily="18" charset="0"/>
                                              <a:ea typeface="Cambria Math" panose="02040503050406030204" pitchFamily="18" charset="0"/>
                                            </a:rPr>
                                            <m:t>12</m:t>
                                          </m:r>
                                        </m:den>
                                      </m:f>
                                    </m:sub>
                                  </m:sSub>
                                  <m:sSub>
                                    <m:sSubPr>
                                      <m:ctrlPr>
                                        <a:rPr lang="es-CO" sz="1400" i="1">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r>
                                        <a:rPr lang="es-CO" sz="1400" i="1">
                                          <a:latin typeface="Cambria Math" panose="02040503050406030204" pitchFamily="18" charset="0"/>
                                          <a:ea typeface="Cambria Math" panose="02040503050406030204" pitchFamily="18" charset="0"/>
                                        </a:rPr>
                                        <m:t> </m:t>
                                      </m:r>
                                    </m:e>
                                    <m:sub>
                                      <m:r>
                                        <m:rPr>
                                          <m:sty m:val="p"/>
                                        </m:rPr>
                                        <a:rPr lang="el-GR" sz="1400" i="1">
                                          <a:latin typeface="Cambria Math" panose="02040503050406030204" pitchFamily="18" charset="0"/>
                                          <a:ea typeface="Cambria Math" panose="02040503050406030204" pitchFamily="18" charset="0"/>
                                        </a:rPr>
                                        <m:t>Ω</m:t>
                                      </m:r>
                                    </m:sub>
                                  </m:sSub>
                                </m:e>
                              </m:nary>
                            </m:e>
                          </m:nary>
                        </m:e>
                      </m:d>
                    </m:oMath>
                  </m:oMathPara>
                </a14:m>
                <a:endParaRPr lang="es-CO" sz="1400" dirty="0"/>
              </a:p>
            </p:txBody>
          </p:sp>
        </mc:Choice>
        <mc:Fallback xmlns="">
          <p:sp>
            <p:nvSpPr>
              <p:cNvPr id="16" name="CuadroTexto 15">
                <a:extLst>
                  <a:ext uri="{FF2B5EF4-FFF2-40B4-BE49-F238E27FC236}">
                    <a16:creationId xmlns:a16="http://schemas.microsoft.com/office/drawing/2014/main" id="{71381F2C-D18D-6D6F-6D44-6EB1C04AC329}"/>
                  </a:ext>
                </a:extLst>
              </p:cNvPr>
              <p:cNvSpPr txBox="1">
                <a:spLocks noRot="1" noChangeAspect="1" noMove="1" noResize="1" noEditPoints="1" noAdjustHandles="1" noChangeArrowheads="1" noChangeShapeType="1" noTextEdit="1"/>
              </p:cNvSpPr>
              <p:nvPr/>
            </p:nvSpPr>
            <p:spPr>
              <a:xfrm>
                <a:off x="967944" y="1780855"/>
                <a:ext cx="6861237" cy="69358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4C26108A-FC09-02DA-0E4D-97B42B4A032B}"/>
                  </a:ext>
                </a:extLst>
              </p:cNvPr>
              <p:cNvSpPr txBox="1"/>
              <p:nvPr/>
            </p:nvSpPr>
            <p:spPr>
              <a:xfrm>
                <a:off x="302677" y="2752524"/>
                <a:ext cx="8220327" cy="69358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CO" sz="1400" b="0" i="1" smtClean="0">
                          <a:latin typeface="Cambria Math" panose="02040503050406030204" pitchFamily="18" charset="0"/>
                        </a:rPr>
                        <m:t>𝐴𝐹</m:t>
                      </m:r>
                      <m:sSub>
                        <m:sSubPr>
                          <m:ctrlPr>
                            <a:rPr lang="es-CO" sz="1400" b="0" i="1" smtClean="0">
                              <a:latin typeface="Cambria Math" panose="02040503050406030204" pitchFamily="18" charset="0"/>
                            </a:rPr>
                          </m:ctrlPr>
                        </m:sSubPr>
                        <m:e>
                          <m:d>
                            <m:dPr>
                              <m:begChr m:val="["/>
                              <m:endChr m:val="]"/>
                              <m:ctrlPr>
                                <a:rPr lang="es-CO" sz="1400" b="0" i="1" smtClean="0">
                                  <a:latin typeface="Cambria Math" panose="02040503050406030204" pitchFamily="18" charset="0"/>
                                </a:rPr>
                              </m:ctrlPr>
                            </m:dPr>
                            <m:e>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r>
                                <a:rPr lang="es-CO" sz="1400" b="0" i="1" smtClean="0">
                                  <a:latin typeface="Cambria Math" panose="02040503050406030204" pitchFamily="18" charset="0"/>
                                </a:rPr>
                                <m:t>,</m:t>
                              </m:r>
                              <m:r>
                                <a:rPr lang="es-CO" sz="1400" b="0" i="1" smtClean="0">
                                  <a:latin typeface="Cambria Math" panose="02040503050406030204" pitchFamily="18" charset="0"/>
                                </a:rPr>
                                <m:t>𝑆𝑀</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𝑀</m:t>
                                  </m:r>
                                </m:e>
                                <m:sub>
                                  <m:r>
                                    <a:rPr lang="es-CO" sz="1400" b="0" i="1" smtClean="0">
                                      <a:latin typeface="Cambria Math" panose="02040503050406030204" pitchFamily="18" charset="0"/>
                                    </a:rPr>
                                    <m:t>𝐴</m:t>
                                  </m:r>
                                </m:sub>
                              </m:sSub>
                            </m:e>
                          </m:d>
                        </m:e>
                        <m:sub>
                          <m:r>
                            <a:rPr lang="es-MX" sz="1400" b="0" i="1" smtClean="0">
                              <a:latin typeface="Cambria Math" panose="02040503050406030204" pitchFamily="18" charset="0"/>
                            </a:rPr>
                            <m:t>𝐸𝑆𝐶</m:t>
                          </m:r>
                        </m:sub>
                      </m:sSub>
                      <m:r>
                        <a:rPr lang="es-CO" sz="1400" b="0" i="1" smtClean="0">
                          <a:latin typeface="Cambria Math" panose="02040503050406030204" pitchFamily="18" charset="0"/>
                        </a:rPr>
                        <m:t>=</m:t>
                      </m:r>
                      <m:d>
                        <m:dPr>
                          <m:ctrlPr>
                            <a:rPr lang="es-CO" sz="1400" i="1">
                              <a:latin typeface="Cambria Math" panose="02040503050406030204" pitchFamily="18" charset="0"/>
                            </a:rPr>
                          </m:ctrlPr>
                        </m:dPr>
                        <m:e>
                          <m:nary>
                            <m:naryPr>
                              <m:chr m:val="∑"/>
                              <m:ctrlPr>
                                <a:rPr lang="es-CO" sz="1400" i="1">
                                  <a:latin typeface="Cambria Math" panose="02040503050406030204" pitchFamily="18" charset="0"/>
                                </a:rPr>
                              </m:ctrlPr>
                            </m:naryPr>
                            <m:sub>
                              <m:r>
                                <a:rPr lang="es-CO" sz="1400" i="1">
                                  <a:latin typeface="Cambria Math" panose="02040503050406030204" pitchFamily="18" charset="0"/>
                                </a:rPr>
                                <m:t>𝑘</m:t>
                              </m:r>
                              <m:r>
                                <a:rPr lang="es-CO" sz="1400" i="1">
                                  <a:latin typeface="Cambria Math" panose="02040503050406030204" pitchFamily="18" charset="0"/>
                                </a:rPr>
                                <m:t>=1</m:t>
                              </m:r>
                            </m:sub>
                            <m:sup>
                              <m:r>
                                <a:rPr lang="es-CO" sz="1400" i="1">
                                  <a:latin typeface="Cambria Math" panose="02040503050406030204" pitchFamily="18" charset="0"/>
                                  <a:ea typeface="Cambria Math" panose="02040503050406030204" pitchFamily="18" charset="0"/>
                                </a:rPr>
                                <m:t>𝜔</m:t>
                              </m:r>
                              <m:r>
                                <a:rPr lang="es-CO" sz="1400" i="1">
                                  <a:latin typeface="Cambria Math" panose="02040503050406030204" pitchFamily="18" charset="0"/>
                                  <a:ea typeface="Cambria Math" panose="02040503050406030204" pitchFamily="18" charset="0"/>
                                </a:rPr>
                                <m:t>(</m:t>
                              </m:r>
                              <m:r>
                                <m:rPr>
                                  <m:sty m:val="p"/>
                                </m:rPr>
                                <a:rPr lang="el-GR" sz="1400" i="1">
                                  <a:latin typeface="Cambria Math" panose="02040503050406030204" pitchFamily="18" charset="0"/>
                                  <a:ea typeface="Cambria Math" panose="02040503050406030204" pitchFamily="18" charset="0"/>
                                </a:rPr>
                                <m:t>Ω</m:t>
                              </m:r>
                              <m:r>
                                <a:rPr lang="es-CO" sz="1400" i="1">
                                  <a:latin typeface="Cambria Math" panose="02040503050406030204" pitchFamily="18" charset="0"/>
                                  <a:ea typeface="Cambria Math" panose="02040503050406030204" pitchFamily="18" charset="0"/>
                                </a:rPr>
                                <m:t>)</m:t>
                              </m:r>
                            </m:sup>
                            <m:e>
                              <m:nary>
                                <m:naryPr>
                                  <m:chr m:val="∑"/>
                                  <m:ctrlPr>
                                    <a:rPr lang="es-CO" sz="1400" i="1">
                                      <a:latin typeface="Cambria Math" panose="02040503050406030204" pitchFamily="18" charset="0"/>
                                    </a:rPr>
                                  </m:ctrlPr>
                                </m:naryPr>
                                <m:sub>
                                  <m:r>
                                    <m:rPr>
                                      <m:brk m:alnAt="23"/>
                                    </m:rPr>
                                    <a:rPr lang="es-CO" sz="1400" i="1">
                                      <a:latin typeface="Cambria Math" panose="02040503050406030204" pitchFamily="18" charset="0"/>
                                    </a:rPr>
                                    <m:t>𝑡</m:t>
                                  </m:r>
                                  <m:r>
                                    <a:rPr lang="es-CO" sz="1400" i="1">
                                      <a:latin typeface="Cambria Math" panose="02040503050406030204" pitchFamily="18" charset="0"/>
                                    </a:rPr>
                                    <m:t>=1</m:t>
                                  </m:r>
                                </m:sub>
                                <m:sup>
                                  <m:r>
                                    <a:rPr lang="es-CO" sz="1400" i="1">
                                      <a:latin typeface="Cambria Math" panose="02040503050406030204" pitchFamily="18" charset="0"/>
                                    </a:rPr>
                                    <m:t>12</m:t>
                                  </m:r>
                                </m:sup>
                                <m:e>
                                  <m:f>
                                    <m:fPr>
                                      <m:ctrlPr>
                                        <a:rPr lang="es-CO" sz="1400" i="1" smtClean="0">
                                          <a:latin typeface="Cambria Math" panose="02040503050406030204" pitchFamily="18" charset="0"/>
                                        </a:rPr>
                                      </m:ctrlPr>
                                    </m:fPr>
                                    <m:num>
                                      <m:r>
                                        <a:rPr lang="es-CO" sz="1400" i="1">
                                          <a:latin typeface="Cambria Math" panose="02040503050406030204" pitchFamily="18" charset="0"/>
                                        </a:rPr>
                                        <m:t>𝑚𝑖𝑛</m:t>
                                      </m:r>
                                      <m:d>
                                        <m:dPr>
                                          <m:ctrlPr>
                                            <a:rPr lang="es-CO" sz="1400" i="1">
                                              <a:latin typeface="Cambria Math" panose="02040503050406030204" pitchFamily="18" charset="0"/>
                                            </a:rPr>
                                          </m:ctrlPr>
                                        </m:dPr>
                                        <m:e>
                                          <m:r>
                                            <a:rPr lang="es-CO" sz="1400" i="1">
                                              <a:latin typeface="Cambria Math" panose="02040503050406030204" pitchFamily="18" charset="0"/>
                                            </a:rPr>
                                            <m:t>10</m:t>
                                          </m:r>
                                          <m:r>
                                            <a:rPr lang="es-CO" sz="1400" i="1">
                                              <a:latin typeface="Cambria Math" panose="02040503050406030204" pitchFamily="18" charset="0"/>
                                              <a:ea typeface="Cambria Math" panose="02040503050406030204" pitchFamily="18" charset="0"/>
                                            </a:rPr>
                                            <m:t>∙</m:t>
                                          </m:r>
                                          <m:r>
                                            <a:rPr lang="es-CO" sz="1400" i="1">
                                              <a:latin typeface="Cambria Math" panose="02040503050406030204" pitchFamily="18" charset="0"/>
                                              <a:ea typeface="Cambria Math" panose="02040503050406030204" pitchFamily="18" charset="0"/>
                                            </a:rPr>
                                            <m:t>𝑆𝑀</m:t>
                                          </m:r>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𝑀</m:t>
                                              </m:r>
                                            </m:e>
                                            <m:sub>
                                              <m:r>
                                                <a:rPr lang="es-CO" sz="1400" i="1">
                                                  <a:latin typeface="Cambria Math" panose="02040503050406030204" pitchFamily="18" charset="0"/>
                                                  <a:ea typeface="Cambria Math" panose="02040503050406030204" pitchFamily="18" charset="0"/>
                                                </a:rPr>
                                                <m:t>𝐴</m:t>
                                              </m:r>
                                            </m:sub>
                                          </m:sSub>
                                          <m:r>
                                            <a:rPr lang="es-CO" sz="1400" i="1">
                                              <a:latin typeface="Cambria Math" panose="02040503050406030204" pitchFamily="18" charset="0"/>
                                              <a:ea typeface="Cambria Math" panose="02040503050406030204" pitchFamily="18" charset="0"/>
                                            </a:rPr>
                                            <m:t>,</m:t>
                                          </m:r>
                                          <m:r>
                                            <a:rPr lang="es-CO" sz="1400" i="1">
                                              <a:latin typeface="Cambria Math" panose="02040503050406030204" pitchFamily="18" charset="0"/>
                                            </a:rPr>
                                            <m:t>𝑚</m:t>
                                          </m:r>
                                          <m:r>
                                            <a:rPr lang="es-CO" sz="1400" i="1">
                                              <a:latin typeface="Cambria Math" panose="02040503050406030204" pitchFamily="18" charset="0"/>
                                            </a:rPr>
                                            <m:t>á</m:t>
                                          </m:r>
                                          <m:r>
                                            <a:rPr lang="es-CO" sz="1400" i="1">
                                              <a:latin typeface="Cambria Math" panose="02040503050406030204" pitchFamily="18" charset="0"/>
                                            </a:rPr>
                                            <m:t>𝑥</m:t>
                                          </m:r>
                                          <m:d>
                                            <m:dPr>
                                              <m:ctrlPr>
                                                <a:rPr lang="es-CO" sz="1400" i="1">
                                                  <a:latin typeface="Cambria Math" panose="02040503050406030204" pitchFamily="18" charset="0"/>
                                                </a:rPr>
                                              </m:ctrlPr>
                                            </m:dPr>
                                            <m:e>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r>
                                                <a:rPr lang="es-CO" sz="1400" i="1">
                                                  <a:latin typeface="Cambria Math" panose="02040503050406030204" pitchFamily="18" charset="0"/>
                                                </a:rPr>
                                                <m:t>, 5</m:t>
                                              </m:r>
                                              <m:r>
                                                <a:rPr lang="es-CO" sz="1400" i="1">
                                                  <a:latin typeface="Cambria Math" panose="02040503050406030204" pitchFamily="18" charset="0"/>
                                                  <a:ea typeface="Cambria Math" panose="02040503050406030204" pitchFamily="18" charset="0"/>
                                                </a:rPr>
                                                <m:t>∙</m:t>
                                              </m:r>
                                              <m:r>
                                                <a:rPr lang="es-CO" sz="1400" i="1">
                                                  <a:latin typeface="Cambria Math" panose="02040503050406030204" pitchFamily="18" charset="0"/>
                                                </a:rPr>
                                                <m:t>𝑆𝑀</m:t>
                                              </m:r>
                                              <m:sSub>
                                                <m:sSubPr>
                                                  <m:ctrlPr>
                                                    <a:rPr lang="es-CO" sz="1400" i="1">
                                                      <a:latin typeface="Cambria Math" panose="02040503050406030204" pitchFamily="18" charset="0"/>
                                                    </a:rPr>
                                                  </m:ctrlPr>
                                                </m:sSubPr>
                                                <m:e>
                                                  <m:r>
                                                    <a:rPr lang="es-CO" sz="1400" i="1">
                                                      <a:latin typeface="Cambria Math" panose="02040503050406030204" pitchFamily="18" charset="0"/>
                                                    </a:rPr>
                                                    <m:t>𝑀</m:t>
                                                  </m:r>
                                                </m:e>
                                                <m:sub>
                                                  <m:r>
                                                    <a:rPr lang="es-CO" sz="1400" i="1">
                                                      <a:latin typeface="Cambria Math" panose="02040503050406030204" pitchFamily="18" charset="0"/>
                                                    </a:rPr>
                                                    <m:t>𝐴</m:t>
                                                  </m:r>
                                                </m:sub>
                                              </m:sSub>
                                            </m:e>
                                          </m:d>
                                          <m:r>
                                            <a:rPr lang="es-CO" sz="1400" i="1">
                                              <a:latin typeface="Cambria Math" panose="02040503050406030204" pitchFamily="18" charset="0"/>
                                              <a:ea typeface="Cambria Math" panose="02040503050406030204" pitchFamily="18" charset="0"/>
                                            </a:rPr>
                                            <m:t>∙</m:t>
                                          </m:r>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a:rPr lang="es-CO" sz="1400" i="1">
                                                      <a:latin typeface="Cambria Math" panose="02040503050406030204" pitchFamily="18" charset="0"/>
                                                      <a:ea typeface="Cambria Math" panose="02040503050406030204" pitchFamily="18" charset="0"/>
                                                    </a:rPr>
                                                    <m:t>𝑟</m:t>
                                                  </m:r>
                                                </m:e>
                                              </m:d>
                                            </m:e>
                                            <m:sup>
                                              <m:r>
                                                <a:rPr lang="es-CO" sz="1400" i="1">
                                                  <a:latin typeface="Cambria Math" panose="02040503050406030204" pitchFamily="18" charset="0"/>
                                                  <a:ea typeface="Cambria Math" panose="02040503050406030204" pitchFamily="18" charset="0"/>
                                                </a:rPr>
                                                <m:t>𝑘</m:t>
                                              </m:r>
                                              <m:r>
                                                <a:rPr lang="es-CO" sz="1400" b="0" i="1" smtClean="0">
                                                  <a:latin typeface="Cambria Math" panose="02040503050406030204" pitchFamily="18" charset="0"/>
                                                  <a:ea typeface="Cambria Math" panose="02040503050406030204" pitchFamily="18" charset="0"/>
                                                </a:rPr>
                                                <m:t>/12</m:t>
                                              </m:r>
                                            </m:sup>
                                          </m:sSup>
                                          <m:sSup>
                                            <m:sSupPr>
                                              <m:ctrlPr>
                                                <a:rPr lang="es-CO" sz="1400" i="1">
                                                  <a:latin typeface="Cambria Math" panose="02040503050406030204" pitchFamily="18" charset="0"/>
                                                  <a:ea typeface="Cambria Math" panose="02040503050406030204" pitchFamily="18" charset="0"/>
                                                </a:rPr>
                                              </m:ctrlPr>
                                            </m:sSupPr>
                                            <m:e>
                                              <m:r>
                                                <a:rPr lang="es-CO" sz="1400" i="1">
                                                  <a:latin typeface="Cambria Math" panose="02040503050406030204" pitchFamily="18" charset="0"/>
                                                  <a:ea typeface="Cambria Math" panose="02040503050406030204" pitchFamily="18" charset="0"/>
                                                </a:rPr>
                                                <m:t>∙</m:t>
                                              </m:r>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m:rPr>
                                                      <m:sty m:val="p"/>
                                                    </m:rPr>
                                                    <a:rPr lang="es-CO" sz="1400" i="1">
                                                      <a:latin typeface="Cambria Math" panose="02040503050406030204" pitchFamily="18" charset="0"/>
                                                      <a:ea typeface="Cambria Math" panose="02040503050406030204" pitchFamily="18" charset="0"/>
                                                    </a:rPr>
                                                    <m:t>∇</m:t>
                                                  </m:r>
                                                </m:e>
                                              </m:d>
                                            </m:e>
                                            <m:sup>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sup>
                                          </m:sSup>
                                        </m:e>
                                      </m:d>
                                    </m:num>
                                    <m:den>
                                      <m:nary>
                                        <m:naryPr>
                                          <m:chr m:val="∏"/>
                                          <m:ctrlPr>
                                            <a:rPr lang="es-CO" sz="1400" i="1">
                                              <a:latin typeface="Cambria Math" panose="02040503050406030204" pitchFamily="18" charset="0"/>
                                              <a:ea typeface="Cambria Math" panose="02040503050406030204" pitchFamily="18" charset="0"/>
                                            </a:rPr>
                                          </m:ctrlPr>
                                        </m:naryPr>
                                        <m:sub>
                                          <m:r>
                                            <m:rPr>
                                              <m:brk m:alnAt="23"/>
                                            </m:rP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=0</m:t>
                                          </m:r>
                                        </m:sub>
                                        <m:sup>
                                          <m:r>
                                            <a:rPr lang="es-CO" sz="1400" i="1">
                                              <a:latin typeface="Cambria Math" panose="02040503050406030204" pitchFamily="18" charset="0"/>
                                              <a:ea typeface="Cambria Math" panose="02040503050406030204" pitchFamily="18" charset="0"/>
                                            </a:rPr>
                                            <m:t>𝜔</m:t>
                                          </m:r>
                                        </m:sup>
                                        <m:e>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r>
                                                            <a:rPr lang="es-CO" sz="1400" i="1">
                                                              <a:latin typeface="Cambria Math" panose="02040503050406030204" pitchFamily="18" charset="0"/>
                                                              <a:ea typeface="Cambria Math" panose="02040503050406030204" pitchFamily="18" charset="0"/>
                                                            </a:rPr>
                                                            <m:t>𝑟</m:t>
                                                          </m:r>
                                                        </m:e>
                                                      </m:d>
                                                    </m:e>
                                                    <m:sup>
                                                      <m:r>
                                                        <a:rPr lang="es-CO" sz="1400" i="1">
                                                          <a:latin typeface="Cambria Math" panose="02040503050406030204" pitchFamily="18" charset="0"/>
                                                          <a:ea typeface="Cambria Math" panose="02040503050406030204" pitchFamily="18" charset="0"/>
                                                        </a:rPr>
                                                        <m:t>1/12</m:t>
                                                      </m:r>
                                                    </m:sup>
                                                  </m:sSup>
                                                  <m:sSup>
                                                    <m:sSupPr>
                                                      <m:ctrlPr>
                                                        <a:rPr lang="es-CO" sz="1400" i="1">
                                                          <a:latin typeface="Cambria Math" panose="02040503050406030204" pitchFamily="18" charset="0"/>
                                                          <a:ea typeface="Cambria Math" panose="02040503050406030204" pitchFamily="18" charset="0"/>
                                                        </a:rPr>
                                                      </m:ctrlPr>
                                                    </m:sSupPr>
                                                    <m:e>
                                                      <m:d>
                                                        <m:dPr>
                                                          <m:ctrlPr>
                                                            <a:rPr lang="es-CO" sz="1400" i="1">
                                                              <a:latin typeface="Cambria Math" panose="02040503050406030204" pitchFamily="18" charset="0"/>
                                                              <a:ea typeface="Cambria Math" panose="02040503050406030204" pitchFamily="18" charset="0"/>
                                                            </a:rPr>
                                                          </m:ctrlPr>
                                                        </m:dPr>
                                                        <m:e>
                                                          <m:r>
                                                            <a:rPr lang="es-CO" sz="1400" i="1">
                                                              <a:latin typeface="Cambria Math" panose="02040503050406030204" pitchFamily="18" charset="0"/>
                                                              <a:ea typeface="Cambria Math" panose="02040503050406030204" pitchFamily="18" charset="0"/>
                                                            </a:rPr>
                                                            <m:t>1+</m:t>
                                                          </m:r>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𝑓</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sub>
                                                          </m:sSub>
                                                        </m:e>
                                                      </m:d>
                                                    </m:e>
                                                    <m:sup>
                                                      <m:r>
                                                        <a:rPr lang="es-CO" sz="1400" i="1">
                                                          <a:latin typeface="Cambria Math" panose="02040503050406030204" pitchFamily="18" charset="0"/>
                                                          <a:ea typeface="Cambria Math" panose="02040503050406030204" pitchFamily="18" charset="0"/>
                                                        </a:rPr>
                                                        <m:t>1/12</m:t>
                                                      </m:r>
                                                    </m:sup>
                                                  </m:sSup>
                                                </m:e>
                                              </m:d>
                                            </m:e>
                                            <m:sup/>
                                          </m:sSup>
                                        </m:e>
                                      </m:nary>
                                    </m:den>
                                  </m:f>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m:t>
                                      </m:r>
                                    </m:e>
                                    <m:sub>
                                      <m:r>
                                        <a:rPr lang="es-CO" sz="1400" i="1">
                                          <a:latin typeface="Cambria Math" panose="02040503050406030204" pitchFamily="18" charset="0"/>
                                          <a:ea typeface="Cambria Math" panose="02040503050406030204" pitchFamily="18" charset="0"/>
                                        </a:rPr>
                                        <m:t>𝑘</m:t>
                                      </m:r>
                                      <m:r>
                                        <a:rPr lang="es-CO" sz="1400" i="1">
                                          <a:latin typeface="Cambria Math" panose="02040503050406030204" pitchFamily="18" charset="0"/>
                                          <a:ea typeface="Cambria Math" panose="02040503050406030204" pitchFamily="18" charset="0"/>
                                        </a:rPr>
                                        <m:t>−1+</m:t>
                                      </m:r>
                                      <m:f>
                                        <m:fPr>
                                          <m:ctrlPr>
                                            <a:rPr lang="es-CO" sz="1400" i="1">
                                              <a:latin typeface="Cambria Math" panose="02040503050406030204" pitchFamily="18" charset="0"/>
                                              <a:ea typeface="Cambria Math" panose="02040503050406030204" pitchFamily="18" charset="0"/>
                                            </a:rPr>
                                          </m:ctrlPr>
                                        </m:fPr>
                                        <m:num>
                                          <m:r>
                                            <a:rPr lang="es-CO" sz="1400" i="1">
                                              <a:latin typeface="Cambria Math" panose="02040503050406030204" pitchFamily="18" charset="0"/>
                                              <a:ea typeface="Cambria Math" panose="02040503050406030204" pitchFamily="18" charset="0"/>
                                            </a:rPr>
                                            <m:t>𝑡</m:t>
                                          </m:r>
                                        </m:num>
                                        <m:den>
                                          <m:r>
                                            <a:rPr lang="es-CO" sz="1400" i="1">
                                              <a:latin typeface="Cambria Math" panose="02040503050406030204" pitchFamily="18" charset="0"/>
                                              <a:ea typeface="Cambria Math" panose="02040503050406030204" pitchFamily="18" charset="0"/>
                                            </a:rPr>
                                            <m:t>12</m:t>
                                          </m:r>
                                        </m:den>
                                      </m:f>
                                    </m:sub>
                                  </m:sSub>
                                  <m:sSub>
                                    <m:sSubPr>
                                      <m:ctrlPr>
                                        <a:rPr lang="es-CO" sz="1400" i="1">
                                          <a:latin typeface="Cambria Math" panose="02040503050406030204" pitchFamily="18" charset="0"/>
                                          <a:ea typeface="Cambria Math" panose="02040503050406030204" pitchFamily="18" charset="0"/>
                                        </a:rPr>
                                      </m:ctrlPr>
                                    </m:sSubPr>
                                    <m:e>
                                      <m:r>
                                        <a:rPr lang="es-CO" sz="1400" i="1">
                                          <a:latin typeface="Cambria Math" panose="02040503050406030204" pitchFamily="18" charset="0"/>
                                          <a:ea typeface="Cambria Math" panose="02040503050406030204" pitchFamily="18" charset="0"/>
                                        </a:rPr>
                                        <m:t>𝑄</m:t>
                                      </m:r>
                                      <m:r>
                                        <a:rPr lang="es-CO" sz="1400" i="1">
                                          <a:latin typeface="Cambria Math" panose="02040503050406030204" pitchFamily="18" charset="0"/>
                                          <a:ea typeface="Cambria Math" panose="02040503050406030204" pitchFamily="18" charset="0"/>
                                        </a:rPr>
                                        <m:t> </m:t>
                                      </m:r>
                                    </m:e>
                                    <m:sub>
                                      <m:r>
                                        <m:rPr>
                                          <m:sty m:val="p"/>
                                        </m:rPr>
                                        <a:rPr lang="el-GR" sz="1400" i="1">
                                          <a:latin typeface="Cambria Math" panose="02040503050406030204" pitchFamily="18" charset="0"/>
                                          <a:ea typeface="Cambria Math" panose="02040503050406030204" pitchFamily="18" charset="0"/>
                                        </a:rPr>
                                        <m:t>Ω</m:t>
                                      </m:r>
                                    </m:sub>
                                  </m:sSub>
                                </m:e>
                              </m:nary>
                            </m:e>
                          </m:nary>
                        </m:e>
                      </m:d>
                    </m:oMath>
                  </m:oMathPara>
                </a14:m>
                <a:endParaRPr lang="es-CO" sz="1400" dirty="0"/>
              </a:p>
            </p:txBody>
          </p:sp>
        </mc:Choice>
        <mc:Fallback xmlns="">
          <p:sp>
            <p:nvSpPr>
              <p:cNvPr id="17" name="CuadroTexto 16">
                <a:extLst>
                  <a:ext uri="{FF2B5EF4-FFF2-40B4-BE49-F238E27FC236}">
                    <a16:creationId xmlns:a16="http://schemas.microsoft.com/office/drawing/2014/main" id="{4C26108A-FC09-02DA-0E4D-97B42B4A032B}"/>
                  </a:ext>
                </a:extLst>
              </p:cNvPr>
              <p:cNvSpPr txBox="1">
                <a:spLocks noRot="1" noChangeAspect="1" noMove="1" noResize="1" noEditPoints="1" noAdjustHandles="1" noChangeArrowheads="1" noChangeShapeType="1" noTextEdit="1"/>
              </p:cNvSpPr>
              <p:nvPr/>
            </p:nvSpPr>
            <p:spPr>
              <a:xfrm>
                <a:off x="302677" y="2752524"/>
                <a:ext cx="8220327" cy="693588"/>
              </a:xfrm>
              <a:prstGeom prst="rect">
                <a:avLst/>
              </a:prstGeom>
              <a:blipFill>
                <a:blip r:embed="rId6"/>
                <a:stretch>
                  <a:fillRect l="-74"/>
                </a:stretch>
              </a:blipFill>
            </p:spPr>
            <p:txBody>
              <a:bodyPr/>
              <a:lstStyle/>
              <a:p>
                <a:r>
                  <a:rPr lang="es-CO">
                    <a:noFill/>
                  </a:rPr>
                  <a:t> </a:t>
                </a:r>
              </a:p>
            </p:txBody>
          </p:sp>
        </mc:Fallback>
      </mc:AlternateContent>
      <p:sp>
        <p:nvSpPr>
          <p:cNvPr id="18" name="Rectángulo 17">
            <a:extLst>
              <a:ext uri="{FF2B5EF4-FFF2-40B4-BE49-F238E27FC236}">
                <a16:creationId xmlns:a16="http://schemas.microsoft.com/office/drawing/2014/main" id="{D14982D2-3F0B-90B0-20B0-3FBBA0924D25}"/>
              </a:ext>
            </a:extLst>
          </p:cNvPr>
          <p:cNvSpPr/>
          <p:nvPr/>
        </p:nvSpPr>
        <p:spPr>
          <a:xfrm>
            <a:off x="3788977" y="5083780"/>
            <a:ext cx="1219172" cy="1076188"/>
          </a:xfrm>
          <a:prstGeom prst="rect">
            <a:avLst/>
          </a:prstGeom>
          <a:solidFill>
            <a:schemeClr val="accent5">
              <a:lumMod val="20000"/>
              <a:lumOff val="80000"/>
            </a:schemeClr>
          </a:solidFill>
          <a:ln>
            <a:solidFill>
              <a:schemeClr val="accent5">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8212E622-0D82-F646-D7EA-4515994EC90B}"/>
                  </a:ext>
                </a:extLst>
              </p:cNvPr>
              <p:cNvSpPr txBox="1"/>
              <p:nvPr/>
            </p:nvSpPr>
            <p:spPr>
              <a:xfrm>
                <a:off x="4120939" y="5090378"/>
                <a:ext cx="1885889"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CO" sz="1200" b="0" i="1" smtClean="0">
                          <a:latin typeface="Cambria Math" panose="02040503050406030204" pitchFamily="18" charset="0"/>
                        </a:rPr>
                        <m:t>(1+</m:t>
                      </m:r>
                      <m:r>
                        <m:rPr>
                          <m:sty m:val="p"/>
                        </m:rPr>
                        <a:rPr lang="es-CO" sz="1200" i="1">
                          <a:latin typeface="Cambria Math" panose="02040503050406030204" pitchFamily="18" charset="0"/>
                          <a:ea typeface="Cambria Math" panose="02040503050406030204" pitchFamily="18" charset="0"/>
                        </a:rPr>
                        <m:t>∇</m:t>
                      </m:r>
                      <m:r>
                        <a:rPr lang="es-CO" sz="1200" b="0" i="1" smtClean="0">
                          <a:latin typeface="Cambria Math" panose="02040503050406030204" pitchFamily="18" charset="0"/>
                        </a:rPr>
                        <m:t>)</m:t>
                      </m:r>
                    </m:oMath>
                  </m:oMathPara>
                </a14:m>
                <a:endParaRPr lang="es-CO" sz="1200" dirty="0"/>
              </a:p>
            </p:txBody>
          </p:sp>
        </mc:Choice>
        <mc:Fallback xmlns="">
          <p:sp>
            <p:nvSpPr>
              <p:cNvPr id="22" name="CuadroTexto 21">
                <a:extLst>
                  <a:ext uri="{FF2B5EF4-FFF2-40B4-BE49-F238E27FC236}">
                    <a16:creationId xmlns:a16="http://schemas.microsoft.com/office/drawing/2014/main" id="{8212E622-0D82-F646-D7EA-4515994EC90B}"/>
                  </a:ext>
                </a:extLst>
              </p:cNvPr>
              <p:cNvSpPr txBox="1">
                <a:spLocks noRot="1" noChangeAspect="1" noMove="1" noResize="1" noEditPoints="1" noAdjustHandles="1" noChangeArrowheads="1" noChangeShapeType="1" noTextEdit="1"/>
              </p:cNvSpPr>
              <p:nvPr/>
            </p:nvSpPr>
            <p:spPr>
              <a:xfrm>
                <a:off x="4120939" y="5090378"/>
                <a:ext cx="1885889" cy="276999"/>
              </a:xfrm>
              <a:prstGeom prst="rect">
                <a:avLst/>
              </a:prstGeom>
              <a:blipFill>
                <a:blip r:embed="rId7"/>
                <a:stretch>
                  <a:fillRect b="-1111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6A6BE1D-AE04-1305-DBBF-F3223575726E}"/>
                  </a:ext>
                </a:extLst>
              </p:cNvPr>
              <p:cNvSpPr txBox="1"/>
              <p:nvPr/>
            </p:nvSpPr>
            <p:spPr>
              <a:xfrm>
                <a:off x="3817534" y="5343068"/>
                <a:ext cx="1190615" cy="29399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MX" sz="1200" b="0" i="1" smtClean="0">
                              <a:latin typeface="Cambria Math" panose="02040503050406030204" pitchFamily="18" charset="0"/>
                              <a:ea typeface="Cambria Math" panose="02040503050406030204" pitchFamily="18" charset="0"/>
                            </a:rPr>
                          </m:ctrlPr>
                        </m:sSubPr>
                        <m:e>
                          <m:r>
                            <m:rPr>
                              <m:sty m:val="p"/>
                            </m:rPr>
                            <a:rPr lang="es-CO" sz="1200" i="1" smtClean="0">
                              <a:latin typeface="Cambria Math" panose="02040503050406030204" pitchFamily="18" charset="0"/>
                              <a:ea typeface="Cambria Math" panose="02040503050406030204" pitchFamily="18" charset="0"/>
                            </a:rPr>
                            <m:t>∇</m:t>
                          </m:r>
                        </m:e>
                        <m:sub>
                          <m:r>
                            <a:rPr lang="es-MX" sz="1200" b="0" i="1" smtClean="0">
                              <a:latin typeface="Cambria Math" panose="02040503050406030204" pitchFamily="18" charset="0"/>
                              <a:ea typeface="Cambria Math" panose="02040503050406030204" pitchFamily="18" charset="0"/>
                            </a:rPr>
                            <m:t>𝐸𝑆</m:t>
                          </m:r>
                          <m:sSub>
                            <m:sSubPr>
                              <m:ctrlPr>
                                <a:rPr lang="es-MX" sz="1200" b="0" i="1" smtClean="0">
                                  <a:latin typeface="Cambria Math" panose="02040503050406030204" pitchFamily="18" charset="0"/>
                                  <a:ea typeface="Cambria Math" panose="02040503050406030204" pitchFamily="18" charset="0"/>
                                </a:rPr>
                              </m:ctrlPr>
                            </m:sSubPr>
                            <m:e>
                              <m:r>
                                <a:rPr lang="es-MX" sz="1200" b="0" i="1" smtClean="0">
                                  <a:latin typeface="Cambria Math" panose="02040503050406030204" pitchFamily="18" charset="0"/>
                                  <a:ea typeface="Cambria Math" panose="02040503050406030204" pitchFamily="18" charset="0"/>
                                </a:rPr>
                                <m:t>𝐶</m:t>
                              </m:r>
                            </m:e>
                            <m:sub>
                              <m:r>
                                <a:rPr lang="es-MX" sz="1200" b="0" i="1" smtClean="0">
                                  <a:latin typeface="Cambria Math" panose="02040503050406030204" pitchFamily="18" charset="0"/>
                                  <a:ea typeface="Cambria Math" panose="02040503050406030204" pitchFamily="18" charset="0"/>
                                </a:rPr>
                                <m:t>0</m:t>
                              </m:r>
                            </m:sub>
                          </m:sSub>
                        </m:sub>
                      </m:sSub>
                      <m:r>
                        <a:rPr lang="es-MX" sz="1200" b="0" i="1" smtClean="0">
                          <a:latin typeface="Cambria Math" panose="02040503050406030204" pitchFamily="18" charset="0"/>
                          <a:ea typeface="Cambria Math" panose="02040503050406030204" pitchFamily="18" charset="0"/>
                        </a:rPr>
                        <m:t> </m:t>
                      </m:r>
                      <m:r>
                        <a:rPr lang="es-CO" sz="1200" b="0" i="1" smtClean="0">
                          <a:latin typeface="Cambria Math" panose="02040503050406030204" pitchFamily="18" charset="0"/>
                        </a:rPr>
                        <m:t>=1</m:t>
                      </m:r>
                      <m:r>
                        <a:rPr lang="es-MX" sz="1200" b="0" i="1" smtClean="0">
                          <a:latin typeface="Cambria Math" panose="02040503050406030204" pitchFamily="18" charset="0"/>
                        </a:rPr>
                        <m:t>,67%</m:t>
                      </m:r>
                    </m:oMath>
                  </m:oMathPara>
                </a14:m>
                <a:endParaRPr lang="es-CO" sz="1200" b="0" i="1" dirty="0">
                  <a:latin typeface="Cambria Math" panose="02040503050406030204" pitchFamily="18" charset="0"/>
                </a:endParaRPr>
              </a:p>
            </p:txBody>
          </p:sp>
        </mc:Choice>
        <mc:Fallback xmlns="">
          <p:sp>
            <p:nvSpPr>
              <p:cNvPr id="23" name="CuadroTexto 22">
                <a:extLst>
                  <a:ext uri="{FF2B5EF4-FFF2-40B4-BE49-F238E27FC236}">
                    <a16:creationId xmlns:a16="http://schemas.microsoft.com/office/drawing/2014/main" id="{96A6BE1D-AE04-1305-DBBF-F3223575726E}"/>
                  </a:ext>
                </a:extLst>
              </p:cNvPr>
              <p:cNvSpPr txBox="1">
                <a:spLocks noRot="1" noChangeAspect="1" noMove="1" noResize="1" noEditPoints="1" noAdjustHandles="1" noChangeArrowheads="1" noChangeShapeType="1" noTextEdit="1"/>
              </p:cNvSpPr>
              <p:nvPr/>
            </p:nvSpPr>
            <p:spPr>
              <a:xfrm>
                <a:off x="3817534" y="5343068"/>
                <a:ext cx="1190615" cy="293991"/>
              </a:xfrm>
              <a:prstGeom prst="rect">
                <a:avLst/>
              </a:prstGeom>
              <a:blipFill>
                <a:blip r:embed="rId8"/>
                <a:stretch>
                  <a:fillRect/>
                </a:stretch>
              </a:blipFill>
            </p:spPr>
            <p:txBody>
              <a:bodyPr/>
              <a:lstStyle/>
              <a:p>
                <a:r>
                  <a:rPr lang="es-CO">
                    <a:noFill/>
                  </a:rPr>
                  <a:t> </a:t>
                </a:r>
              </a:p>
            </p:txBody>
          </p:sp>
        </mc:Fallback>
      </mc:AlternateContent>
      <p:sp>
        <p:nvSpPr>
          <p:cNvPr id="25" name="CuadroTexto 24">
            <a:extLst>
              <a:ext uri="{FF2B5EF4-FFF2-40B4-BE49-F238E27FC236}">
                <a16:creationId xmlns:a16="http://schemas.microsoft.com/office/drawing/2014/main" id="{85302020-68DD-D8A3-5717-1425C94C455C}"/>
              </a:ext>
            </a:extLst>
          </p:cNvPr>
          <p:cNvSpPr txBox="1"/>
          <p:nvPr/>
        </p:nvSpPr>
        <p:spPr>
          <a:xfrm>
            <a:off x="3382647" y="4747635"/>
            <a:ext cx="1858073" cy="276999"/>
          </a:xfrm>
          <a:prstGeom prst="rect">
            <a:avLst/>
          </a:prstGeom>
          <a:noFill/>
        </p:spPr>
        <p:txBody>
          <a:bodyPr wrap="none" rtlCol="0">
            <a:spAutoFit/>
          </a:bodyPr>
          <a:lstStyle/>
          <a:p>
            <a:r>
              <a:rPr lang="es-CO" sz="1200" b="1" dirty="0">
                <a:solidFill>
                  <a:schemeClr val="bg1">
                    <a:lumMod val="50000"/>
                  </a:schemeClr>
                </a:solidFill>
              </a:rPr>
              <a:t>Deslizamiento proyectado</a:t>
            </a:r>
          </a:p>
        </p:txBody>
      </p:sp>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1C844D18-7650-BA23-B364-65762076A40A}"/>
                  </a:ext>
                </a:extLst>
              </p:cNvPr>
              <p:cNvSpPr txBox="1"/>
              <p:nvPr/>
            </p:nvSpPr>
            <p:spPr>
              <a:xfrm>
                <a:off x="3815310" y="5591199"/>
                <a:ext cx="1752132" cy="29290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MX" sz="1200" b="0" i="1" smtClean="0">
                              <a:latin typeface="Cambria Math" panose="02040503050406030204" pitchFamily="18" charset="0"/>
                              <a:ea typeface="Cambria Math" panose="02040503050406030204" pitchFamily="18" charset="0"/>
                            </a:rPr>
                          </m:ctrlPr>
                        </m:sSubPr>
                        <m:e>
                          <m:r>
                            <m:rPr>
                              <m:sty m:val="p"/>
                            </m:rPr>
                            <a:rPr lang="es-CO" sz="1200" i="1" smtClean="0">
                              <a:latin typeface="Cambria Math" panose="02040503050406030204" pitchFamily="18" charset="0"/>
                              <a:ea typeface="Cambria Math" panose="02040503050406030204" pitchFamily="18" charset="0"/>
                            </a:rPr>
                            <m:t>∇</m:t>
                          </m:r>
                        </m:e>
                        <m:sub>
                          <m:r>
                            <a:rPr lang="es-MX" sz="1200" b="0" i="1" smtClean="0">
                              <a:latin typeface="Cambria Math" panose="02040503050406030204" pitchFamily="18" charset="0"/>
                              <a:ea typeface="Cambria Math" panose="02040503050406030204" pitchFamily="18" charset="0"/>
                            </a:rPr>
                            <m:t>𝐸𝑆</m:t>
                          </m:r>
                          <m:sSub>
                            <m:sSubPr>
                              <m:ctrlPr>
                                <a:rPr lang="es-MX" sz="1200" b="0" i="1" smtClean="0">
                                  <a:latin typeface="Cambria Math" panose="02040503050406030204" pitchFamily="18" charset="0"/>
                                  <a:ea typeface="Cambria Math" panose="02040503050406030204" pitchFamily="18" charset="0"/>
                                </a:rPr>
                              </m:ctrlPr>
                            </m:sSubPr>
                            <m:e>
                              <m:r>
                                <a:rPr lang="es-MX" sz="1200" b="0" i="1" smtClean="0">
                                  <a:latin typeface="Cambria Math" panose="02040503050406030204" pitchFamily="18" charset="0"/>
                                  <a:ea typeface="Cambria Math" panose="02040503050406030204" pitchFamily="18" charset="0"/>
                                </a:rPr>
                                <m:t>𝐶</m:t>
                              </m:r>
                            </m:e>
                            <m:sub>
                              <m:r>
                                <a:rPr lang="es-MX" sz="1200" b="0" i="1" smtClean="0">
                                  <a:latin typeface="Cambria Math" panose="02040503050406030204" pitchFamily="18" charset="0"/>
                                  <a:ea typeface="Cambria Math" panose="02040503050406030204" pitchFamily="18" charset="0"/>
                                </a:rPr>
                                <m:t>1</m:t>
                              </m:r>
                            </m:sub>
                          </m:sSub>
                        </m:sub>
                      </m:sSub>
                      <m:r>
                        <a:rPr lang="es-MX" sz="1200" b="0" i="1" smtClean="0">
                          <a:latin typeface="Cambria Math" panose="02040503050406030204" pitchFamily="18" charset="0"/>
                          <a:ea typeface="Cambria Math" panose="02040503050406030204" pitchFamily="18" charset="0"/>
                        </a:rPr>
                        <m:t> </m:t>
                      </m:r>
                      <m:r>
                        <a:rPr lang="es-CO" sz="1200" b="0" i="1" smtClean="0">
                          <a:latin typeface="Cambria Math" panose="02040503050406030204" pitchFamily="18" charset="0"/>
                        </a:rPr>
                        <m:t>=1</m:t>
                      </m:r>
                      <m:r>
                        <a:rPr lang="es-MX" sz="1200" b="0" i="1" smtClean="0">
                          <a:latin typeface="Cambria Math" panose="02040503050406030204" pitchFamily="18" charset="0"/>
                        </a:rPr>
                        <m:t>,57%</m:t>
                      </m:r>
                    </m:oMath>
                  </m:oMathPara>
                </a14:m>
                <a:endParaRPr lang="es-CO" sz="1200" b="0" i="1" dirty="0">
                  <a:latin typeface="Cambria Math" panose="02040503050406030204" pitchFamily="18" charset="0"/>
                </a:endParaRPr>
              </a:p>
            </p:txBody>
          </p:sp>
        </mc:Choice>
        <mc:Fallback xmlns="">
          <p:sp>
            <p:nvSpPr>
              <p:cNvPr id="34" name="CuadroTexto 33">
                <a:extLst>
                  <a:ext uri="{FF2B5EF4-FFF2-40B4-BE49-F238E27FC236}">
                    <a16:creationId xmlns:a16="http://schemas.microsoft.com/office/drawing/2014/main" id="{1C844D18-7650-BA23-B364-65762076A40A}"/>
                  </a:ext>
                </a:extLst>
              </p:cNvPr>
              <p:cNvSpPr txBox="1">
                <a:spLocks noRot="1" noChangeAspect="1" noMove="1" noResize="1" noEditPoints="1" noAdjustHandles="1" noChangeArrowheads="1" noChangeShapeType="1" noTextEdit="1"/>
              </p:cNvSpPr>
              <p:nvPr/>
            </p:nvSpPr>
            <p:spPr>
              <a:xfrm>
                <a:off x="3815310" y="5591199"/>
                <a:ext cx="1752132" cy="292901"/>
              </a:xfrm>
              <a:prstGeom prst="rect">
                <a:avLst/>
              </a:prstGeom>
              <a:blipFill>
                <a:blip r:embed="rId9"/>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69CA14C2-811F-EAF2-7088-35771938C129}"/>
                  </a:ext>
                </a:extLst>
              </p:cNvPr>
              <p:cNvSpPr txBox="1"/>
              <p:nvPr/>
            </p:nvSpPr>
            <p:spPr>
              <a:xfrm>
                <a:off x="3821901" y="5813627"/>
                <a:ext cx="1585743" cy="3002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MX" sz="1200" b="0" i="1" smtClean="0">
                              <a:latin typeface="Cambria Math" panose="02040503050406030204" pitchFamily="18" charset="0"/>
                              <a:ea typeface="Cambria Math" panose="02040503050406030204" pitchFamily="18" charset="0"/>
                            </a:rPr>
                          </m:ctrlPr>
                        </m:sSubPr>
                        <m:e>
                          <m:r>
                            <m:rPr>
                              <m:sty m:val="p"/>
                            </m:rPr>
                            <a:rPr lang="es-CO" sz="1200" i="1" smtClean="0">
                              <a:latin typeface="Cambria Math" panose="02040503050406030204" pitchFamily="18" charset="0"/>
                              <a:ea typeface="Cambria Math" panose="02040503050406030204" pitchFamily="18" charset="0"/>
                            </a:rPr>
                            <m:t>∇</m:t>
                          </m:r>
                        </m:e>
                        <m:sub>
                          <m:r>
                            <a:rPr lang="es-MX" sz="1200" b="0" i="1" smtClean="0">
                              <a:latin typeface="Cambria Math" panose="02040503050406030204" pitchFamily="18" charset="0"/>
                              <a:ea typeface="Cambria Math" panose="02040503050406030204" pitchFamily="18" charset="0"/>
                            </a:rPr>
                            <m:t>𝐸𝑆</m:t>
                          </m:r>
                          <m:sSub>
                            <m:sSubPr>
                              <m:ctrlPr>
                                <a:rPr lang="es-MX" sz="1200" b="0" i="1" smtClean="0">
                                  <a:latin typeface="Cambria Math" panose="02040503050406030204" pitchFamily="18" charset="0"/>
                                  <a:ea typeface="Cambria Math" panose="02040503050406030204" pitchFamily="18" charset="0"/>
                                </a:rPr>
                              </m:ctrlPr>
                            </m:sSubPr>
                            <m:e>
                              <m:r>
                                <a:rPr lang="es-MX" sz="1200" b="0" i="1" smtClean="0">
                                  <a:latin typeface="Cambria Math" panose="02040503050406030204" pitchFamily="18" charset="0"/>
                                  <a:ea typeface="Cambria Math" panose="02040503050406030204" pitchFamily="18" charset="0"/>
                                </a:rPr>
                                <m:t>𝐶</m:t>
                              </m:r>
                            </m:e>
                            <m:sub>
                              <m:r>
                                <a:rPr lang="es-MX" sz="1200" b="0" i="1" smtClean="0">
                                  <a:latin typeface="Cambria Math" panose="02040503050406030204" pitchFamily="18" charset="0"/>
                                  <a:ea typeface="Cambria Math" panose="02040503050406030204" pitchFamily="18" charset="0"/>
                                </a:rPr>
                                <m:t>2</m:t>
                              </m:r>
                            </m:sub>
                          </m:sSub>
                        </m:sub>
                      </m:sSub>
                      <m:r>
                        <a:rPr lang="es-MX" sz="1200" b="0" i="1" smtClean="0">
                          <a:latin typeface="Cambria Math" panose="02040503050406030204" pitchFamily="18" charset="0"/>
                          <a:ea typeface="Cambria Math" panose="02040503050406030204" pitchFamily="18" charset="0"/>
                        </a:rPr>
                        <m:t> </m:t>
                      </m:r>
                      <m:r>
                        <a:rPr lang="es-CO" sz="1200" b="0" i="1" smtClean="0">
                          <a:latin typeface="Cambria Math" panose="02040503050406030204" pitchFamily="18" charset="0"/>
                        </a:rPr>
                        <m:t>=1</m:t>
                      </m:r>
                      <m:r>
                        <a:rPr lang="es-MX" sz="1200" b="0" i="1" smtClean="0">
                          <a:latin typeface="Cambria Math" panose="02040503050406030204" pitchFamily="18" charset="0"/>
                        </a:rPr>
                        <m:t>,77%</m:t>
                      </m:r>
                    </m:oMath>
                  </m:oMathPara>
                </a14:m>
                <a:endParaRPr lang="es-CO" sz="1200" b="0" i="1" dirty="0">
                  <a:latin typeface="Cambria Math" panose="02040503050406030204" pitchFamily="18" charset="0"/>
                </a:endParaRPr>
              </a:p>
            </p:txBody>
          </p:sp>
        </mc:Choice>
        <mc:Fallback xmlns="">
          <p:sp>
            <p:nvSpPr>
              <p:cNvPr id="35" name="CuadroTexto 34">
                <a:extLst>
                  <a:ext uri="{FF2B5EF4-FFF2-40B4-BE49-F238E27FC236}">
                    <a16:creationId xmlns:a16="http://schemas.microsoft.com/office/drawing/2014/main" id="{69CA14C2-811F-EAF2-7088-35771938C129}"/>
                  </a:ext>
                </a:extLst>
              </p:cNvPr>
              <p:cNvSpPr txBox="1">
                <a:spLocks noRot="1" noChangeAspect="1" noMove="1" noResize="1" noEditPoints="1" noAdjustHandles="1" noChangeArrowheads="1" noChangeShapeType="1" noTextEdit="1"/>
              </p:cNvSpPr>
              <p:nvPr/>
            </p:nvSpPr>
            <p:spPr>
              <a:xfrm>
                <a:off x="3821901" y="5813627"/>
                <a:ext cx="1585743" cy="300210"/>
              </a:xfrm>
              <a:prstGeom prst="rect">
                <a:avLst/>
              </a:prstGeom>
              <a:blipFill>
                <a:blip r:embed="rId10"/>
                <a:stretch>
                  <a:fillRect/>
                </a:stretch>
              </a:blipFill>
            </p:spPr>
            <p:txBody>
              <a:bodyPr/>
              <a:lstStyle/>
              <a:p>
                <a:r>
                  <a:rPr lang="es-CO">
                    <a:noFill/>
                  </a:rPr>
                  <a:t> </a:t>
                </a:r>
              </a:p>
            </p:txBody>
          </p:sp>
        </mc:Fallback>
      </mc:AlternateContent>
      <p:cxnSp>
        <p:nvCxnSpPr>
          <p:cNvPr id="36" name="Conector: angular 35">
            <a:extLst>
              <a:ext uri="{FF2B5EF4-FFF2-40B4-BE49-F238E27FC236}">
                <a16:creationId xmlns:a16="http://schemas.microsoft.com/office/drawing/2014/main" id="{7247B85C-43D8-7F43-86CF-717D7B4365A3}"/>
              </a:ext>
            </a:extLst>
          </p:cNvPr>
          <p:cNvCxnSpPr>
            <a:cxnSpLocks/>
          </p:cNvCxnSpPr>
          <p:nvPr/>
        </p:nvCxnSpPr>
        <p:spPr>
          <a:xfrm rot="10800000" flipH="1">
            <a:off x="365002" y="3563157"/>
            <a:ext cx="5941707" cy="2559043"/>
          </a:xfrm>
          <a:prstGeom prst="bentConnector3">
            <a:avLst>
              <a:gd name="adj1" fmla="val -384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ángulo 36">
            <a:extLst>
              <a:ext uri="{FF2B5EF4-FFF2-40B4-BE49-F238E27FC236}">
                <a16:creationId xmlns:a16="http://schemas.microsoft.com/office/drawing/2014/main" id="{31D9EE85-4513-5193-4A22-E3DEC134D8AE}"/>
              </a:ext>
            </a:extLst>
          </p:cNvPr>
          <p:cNvSpPr/>
          <p:nvPr/>
        </p:nvSpPr>
        <p:spPr>
          <a:xfrm>
            <a:off x="3666404" y="3140100"/>
            <a:ext cx="2608370" cy="267955"/>
          </a:xfrm>
          <a:prstGeom prst="rect">
            <a:avLst/>
          </a:prstGeom>
          <a:noFill/>
          <a:ln w="3175">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06CB9F29-8B79-C640-724E-67CC4F6F4F7F}"/>
              </a:ext>
            </a:extLst>
          </p:cNvPr>
          <p:cNvSpPr/>
          <p:nvPr/>
        </p:nvSpPr>
        <p:spPr>
          <a:xfrm>
            <a:off x="5725797" y="5131773"/>
            <a:ext cx="1995803" cy="721341"/>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42D0AF2A-96D4-4AE1-A427-DF4207EF373F}"/>
              </a:ext>
            </a:extLst>
          </p:cNvPr>
          <p:cNvSpPr txBox="1"/>
          <p:nvPr/>
        </p:nvSpPr>
        <p:spPr>
          <a:xfrm>
            <a:off x="6447405" y="5128113"/>
            <a:ext cx="1290738" cy="276999"/>
          </a:xfrm>
          <a:prstGeom prst="rect">
            <a:avLst/>
          </a:prstGeom>
          <a:noFill/>
        </p:spPr>
        <p:txBody>
          <a:bodyPr wrap="square" rtlCol="0">
            <a:spAutoFit/>
          </a:bodyPr>
          <a:lstStyle/>
          <a:p>
            <a:r>
              <a:rPr lang="es-MX" sz="1200" b="1" dirty="0"/>
              <a:t>Interés técnico</a:t>
            </a:r>
            <a:endParaRPr lang="es-CO" sz="1200" b="1"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E31E97A-DAED-3350-D517-2A50EBC4F2D1}"/>
                  </a:ext>
                </a:extLst>
              </p:cNvPr>
              <p:cNvSpPr txBox="1"/>
              <p:nvPr/>
            </p:nvSpPr>
            <p:spPr>
              <a:xfrm>
                <a:off x="5448726" y="5066765"/>
                <a:ext cx="82604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1800" i="1" smtClean="0">
                          <a:latin typeface="Cambria Math" panose="02040503050406030204" pitchFamily="18" charset="0"/>
                          <a:ea typeface="Cambria Math" panose="02040503050406030204" pitchFamily="18" charset="0"/>
                        </a:rPr>
                        <m:t>𝑟</m:t>
                      </m:r>
                    </m:oMath>
                  </m:oMathPara>
                </a14:m>
                <a:endParaRPr lang="es-CO" dirty="0"/>
              </a:p>
            </p:txBody>
          </p:sp>
        </mc:Choice>
        <mc:Fallback xmlns="">
          <p:sp>
            <p:nvSpPr>
              <p:cNvPr id="5" name="CuadroTexto 4">
                <a:extLst>
                  <a:ext uri="{FF2B5EF4-FFF2-40B4-BE49-F238E27FC236}">
                    <a16:creationId xmlns:a16="http://schemas.microsoft.com/office/drawing/2014/main" id="{FE31E97A-DAED-3350-D517-2A50EBC4F2D1}"/>
                  </a:ext>
                </a:extLst>
              </p:cNvPr>
              <p:cNvSpPr txBox="1">
                <a:spLocks noRot="1" noChangeAspect="1" noMove="1" noResize="1" noEditPoints="1" noAdjustHandles="1" noChangeArrowheads="1" noChangeShapeType="1" noTextEdit="1"/>
              </p:cNvSpPr>
              <p:nvPr/>
            </p:nvSpPr>
            <p:spPr>
              <a:xfrm>
                <a:off x="5448726" y="5066765"/>
                <a:ext cx="826047" cy="369332"/>
              </a:xfrm>
              <a:prstGeom prst="rect">
                <a:avLst/>
              </a:prstGeom>
              <a:blipFill>
                <a:blip r:embed="rId11"/>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05A048A-1E2B-99E1-2006-6154222FF5EE}"/>
                  </a:ext>
                </a:extLst>
              </p:cNvPr>
              <p:cNvSpPr txBox="1"/>
              <p:nvPr/>
            </p:nvSpPr>
            <p:spPr>
              <a:xfrm>
                <a:off x="5684184" y="5483782"/>
                <a:ext cx="4205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CO" sz="1800"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6" name="CuadroTexto 5">
                <a:extLst>
                  <a:ext uri="{FF2B5EF4-FFF2-40B4-BE49-F238E27FC236}">
                    <a16:creationId xmlns:a16="http://schemas.microsoft.com/office/drawing/2014/main" id="{405A048A-1E2B-99E1-2006-6154222FF5EE}"/>
                  </a:ext>
                </a:extLst>
              </p:cNvPr>
              <p:cNvSpPr txBox="1">
                <a:spLocks noRot="1" noChangeAspect="1" noMove="1" noResize="1" noEditPoints="1" noAdjustHandles="1" noChangeArrowheads="1" noChangeShapeType="1" noTextEdit="1"/>
              </p:cNvSpPr>
              <p:nvPr/>
            </p:nvSpPr>
            <p:spPr>
              <a:xfrm>
                <a:off x="5684184" y="5483782"/>
                <a:ext cx="420513" cy="369332"/>
              </a:xfrm>
              <a:prstGeom prst="rect">
                <a:avLst/>
              </a:prstGeom>
              <a:blipFill>
                <a:blip r:embed="rId12"/>
                <a:stretch>
                  <a:fillRect/>
                </a:stretch>
              </a:blipFill>
            </p:spPr>
            <p:txBody>
              <a:bodyPr/>
              <a:lstStyle/>
              <a:p>
                <a:r>
                  <a:rPr lang="es-CO">
                    <a:noFill/>
                  </a:rPr>
                  <a:t> </a:t>
                </a:r>
              </a:p>
            </p:txBody>
          </p:sp>
        </mc:Fallback>
      </mc:AlternateContent>
      <p:sp>
        <p:nvSpPr>
          <p:cNvPr id="9" name="CuadroTexto 8">
            <a:extLst>
              <a:ext uri="{FF2B5EF4-FFF2-40B4-BE49-F238E27FC236}">
                <a16:creationId xmlns:a16="http://schemas.microsoft.com/office/drawing/2014/main" id="{CC7A4B18-6DA7-43C8-E26E-E41A557198EF}"/>
              </a:ext>
            </a:extLst>
          </p:cNvPr>
          <p:cNvSpPr txBox="1"/>
          <p:nvPr/>
        </p:nvSpPr>
        <p:spPr>
          <a:xfrm>
            <a:off x="6392334" y="5531762"/>
            <a:ext cx="1290738" cy="276999"/>
          </a:xfrm>
          <a:prstGeom prst="rect">
            <a:avLst/>
          </a:prstGeom>
          <a:noFill/>
        </p:spPr>
        <p:txBody>
          <a:bodyPr wrap="square" rtlCol="0">
            <a:spAutoFit/>
          </a:bodyPr>
          <a:lstStyle/>
          <a:p>
            <a:r>
              <a:rPr lang="es-MX" sz="1200" b="1" dirty="0"/>
              <a:t>Deslizamiento</a:t>
            </a:r>
            <a:endParaRPr lang="es-CO" sz="1200" b="1" dirty="0"/>
          </a:p>
        </p:txBody>
      </p:sp>
      <p:sp>
        <p:nvSpPr>
          <p:cNvPr id="20" name="Título 1">
            <a:extLst>
              <a:ext uri="{FF2B5EF4-FFF2-40B4-BE49-F238E27FC236}">
                <a16:creationId xmlns:a16="http://schemas.microsoft.com/office/drawing/2014/main" id="{B5FAABFF-15C1-3C15-8F55-A5DF10D606A2}"/>
              </a:ext>
            </a:extLst>
          </p:cNvPr>
          <p:cNvSpPr txBox="1">
            <a:spLocks/>
          </p:cNvSpPr>
          <p:nvPr/>
        </p:nvSpPr>
        <p:spPr>
          <a:xfrm>
            <a:off x="8453730" y="1141936"/>
            <a:ext cx="3406312" cy="5759473"/>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endParaRPr lang="es-ES_tradnl" altLang="es-CO" sz="2400" dirty="0">
              <a:solidFill>
                <a:srgbClr val="215968"/>
              </a:solidFill>
              <a:ea typeface="ＭＳ Ｐゴシック" pitchFamily="-84" charset="-128"/>
            </a:endParaRPr>
          </a:p>
          <a:p>
            <a:pPr algn="ctr"/>
            <a:r>
              <a:rPr lang="es-ES_tradnl" altLang="es-CO" sz="2400" dirty="0">
                <a:solidFill>
                  <a:srgbClr val="215968"/>
                </a:solidFill>
                <a:ea typeface="ＭＳ Ｐゴシック" pitchFamily="-84" charset="-128"/>
              </a:rPr>
              <a:t>Supuestos</a:t>
            </a: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Se ajusta las mesadas con IPC y las menores a 1 SM se aumentan a SMLV.</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Tabla de mortalidad con Mejoras.</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Factor de gastos aplicados a mesadas.</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Tasa de descuento acumulada</a:t>
            </a: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24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endParaRPr lang="es-ES_tradnl" altLang="es-CO" sz="2400" dirty="0">
              <a:solidFill>
                <a:schemeClr val="bg1">
                  <a:lumMod val="50000"/>
                </a:schemeClr>
              </a:solidFill>
              <a:ea typeface="ＭＳ Ｐゴシック" pitchFamily="-84" charset="-128"/>
            </a:endParaRPr>
          </a:p>
          <a:p>
            <a:pPr algn="ctr"/>
            <a:endParaRPr lang="es-ES_tradnl" altLang="es-CO" sz="2400" dirty="0">
              <a:solidFill>
                <a:srgbClr val="215968"/>
              </a:solidFill>
              <a:ea typeface="ＭＳ Ｐゴシック" pitchFamily="-84" charset="-128"/>
            </a:endParaRPr>
          </a:p>
        </p:txBody>
      </p:sp>
      <p:cxnSp>
        <p:nvCxnSpPr>
          <p:cNvPr id="26" name="Conector recto 25">
            <a:extLst>
              <a:ext uri="{FF2B5EF4-FFF2-40B4-BE49-F238E27FC236}">
                <a16:creationId xmlns:a16="http://schemas.microsoft.com/office/drawing/2014/main" id="{3A7AE30A-A43F-1749-8D9F-15A03975A141}"/>
              </a:ext>
            </a:extLst>
          </p:cNvPr>
          <p:cNvCxnSpPr/>
          <p:nvPr/>
        </p:nvCxnSpPr>
        <p:spPr>
          <a:xfrm>
            <a:off x="8453730" y="1501480"/>
            <a:ext cx="0" cy="5399929"/>
          </a:xfrm>
          <a:prstGeom prst="line">
            <a:avLst/>
          </a:prstGeom>
        </p:spPr>
        <p:style>
          <a:lnRef idx="1">
            <a:schemeClr val="accent1"/>
          </a:lnRef>
          <a:fillRef idx="0">
            <a:schemeClr val="accent1"/>
          </a:fillRef>
          <a:effectRef idx="0">
            <a:schemeClr val="accent1"/>
          </a:effectRef>
          <a:fontRef idx="minor">
            <a:schemeClr val="tx1"/>
          </a:fontRef>
        </p:style>
      </p:cxnSp>
      <p:sp>
        <p:nvSpPr>
          <p:cNvPr id="11" name="Google Shape;734;p47">
            <a:extLst>
              <a:ext uri="{FF2B5EF4-FFF2-40B4-BE49-F238E27FC236}">
                <a16:creationId xmlns:a16="http://schemas.microsoft.com/office/drawing/2014/main" id="{00C5E636-AEAC-35BD-ADA1-6E1D3C3D3F7B}"/>
              </a:ext>
            </a:extLst>
          </p:cNvPr>
          <p:cNvSpPr/>
          <p:nvPr/>
        </p:nvSpPr>
        <p:spPr>
          <a:xfrm>
            <a:off x="8485665" y="1049611"/>
            <a:ext cx="3517070" cy="2672202"/>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14" name="Google Shape;740;p47">
            <a:extLst>
              <a:ext uri="{FF2B5EF4-FFF2-40B4-BE49-F238E27FC236}">
                <a16:creationId xmlns:a16="http://schemas.microsoft.com/office/drawing/2014/main" id="{FCD5D747-7990-08D7-2B29-580903E554D8}"/>
              </a:ext>
            </a:extLst>
          </p:cNvPr>
          <p:cNvSpPr/>
          <p:nvPr/>
        </p:nvSpPr>
        <p:spPr>
          <a:xfrm>
            <a:off x="8932701" y="1141936"/>
            <a:ext cx="2307389" cy="460824"/>
          </a:xfrm>
          <a:prstGeom prst="rect">
            <a:avLst/>
          </a:prstGeom>
          <a:noFill/>
          <a:ln w="9525" cap="flat" cmpd="sng">
            <a:solidFill>
              <a:srgbClr val="02848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lang="es-CO" sz="1400" b="1" i="0" u="none" strike="noStrike" cap="none" dirty="0">
              <a:solidFill>
                <a:srgbClr val="666666"/>
              </a:solidFill>
              <a:latin typeface="Franklin Gothic Book" panose="020B0503020102020204" pitchFamily="34" charset="0"/>
              <a:ea typeface="Lato"/>
              <a:cs typeface="Lato"/>
              <a:sym typeface="Lato"/>
            </a:endParaRPr>
          </a:p>
        </p:txBody>
      </p:sp>
      <p:sp>
        <p:nvSpPr>
          <p:cNvPr id="15" name="Google Shape;734;p47">
            <a:extLst>
              <a:ext uri="{FF2B5EF4-FFF2-40B4-BE49-F238E27FC236}">
                <a16:creationId xmlns:a16="http://schemas.microsoft.com/office/drawing/2014/main" id="{096DADCE-8CAF-294A-13B5-B208E9D537AA}"/>
              </a:ext>
            </a:extLst>
          </p:cNvPr>
          <p:cNvSpPr/>
          <p:nvPr/>
        </p:nvSpPr>
        <p:spPr>
          <a:xfrm>
            <a:off x="3641000" y="4021097"/>
            <a:ext cx="3650203" cy="309522"/>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31" name="Google Shape;734;p47">
            <a:extLst>
              <a:ext uri="{FF2B5EF4-FFF2-40B4-BE49-F238E27FC236}">
                <a16:creationId xmlns:a16="http://schemas.microsoft.com/office/drawing/2014/main" id="{5C3760DB-8BC9-6565-6ED7-C01198758C0C}"/>
              </a:ext>
            </a:extLst>
          </p:cNvPr>
          <p:cNvSpPr/>
          <p:nvPr/>
        </p:nvSpPr>
        <p:spPr>
          <a:xfrm>
            <a:off x="427923" y="5116171"/>
            <a:ext cx="2057141" cy="1025179"/>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32" name="Google Shape;734;p47">
            <a:extLst>
              <a:ext uri="{FF2B5EF4-FFF2-40B4-BE49-F238E27FC236}">
                <a16:creationId xmlns:a16="http://schemas.microsoft.com/office/drawing/2014/main" id="{511DBD54-140B-DFBA-061F-6AA2DD90466A}"/>
              </a:ext>
            </a:extLst>
          </p:cNvPr>
          <p:cNvSpPr/>
          <p:nvPr/>
        </p:nvSpPr>
        <p:spPr>
          <a:xfrm>
            <a:off x="3779809" y="5101965"/>
            <a:ext cx="1221797" cy="1043849"/>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33" name="Google Shape;734;p47">
            <a:extLst>
              <a:ext uri="{FF2B5EF4-FFF2-40B4-BE49-F238E27FC236}">
                <a16:creationId xmlns:a16="http://schemas.microsoft.com/office/drawing/2014/main" id="{B673DA89-50DF-D3F1-56DE-204F3D6A9922}"/>
              </a:ext>
            </a:extLst>
          </p:cNvPr>
          <p:cNvSpPr/>
          <p:nvPr/>
        </p:nvSpPr>
        <p:spPr>
          <a:xfrm>
            <a:off x="5711050" y="5128113"/>
            <a:ext cx="2027094" cy="725002"/>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Tree>
    <p:extLst>
      <p:ext uri="{BB962C8B-B14F-4D97-AF65-F5344CB8AC3E}">
        <p14:creationId xmlns:p14="http://schemas.microsoft.com/office/powerpoint/2010/main" val="128562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Tipo de Pensión</a:t>
            </a:r>
          </a:p>
        </p:txBody>
      </p:sp>
      <p:sp>
        <p:nvSpPr>
          <p:cNvPr id="13" name="Título 1">
            <a:extLst>
              <a:ext uri="{FF2B5EF4-FFF2-40B4-BE49-F238E27FC236}">
                <a16:creationId xmlns:a16="http://schemas.microsoft.com/office/drawing/2014/main" id="{9380A707-6DE0-A46B-F9EA-9176B8DFEA5C}"/>
              </a:ext>
            </a:extLst>
          </p:cNvPr>
          <p:cNvSpPr txBox="1">
            <a:spLocks/>
          </p:cNvSpPr>
          <p:nvPr/>
        </p:nvSpPr>
        <p:spPr>
          <a:xfrm>
            <a:off x="8061345" y="1035959"/>
            <a:ext cx="2895220"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000" dirty="0">
                <a:solidFill>
                  <a:srgbClr val="215968"/>
                </a:solidFill>
                <a:ea typeface="ＭＳ Ｐゴシック" pitchFamily="-84" charset="-128"/>
              </a:rPr>
              <a:t>Auxilio Funerario</a:t>
            </a:r>
          </a:p>
        </p:txBody>
      </p:sp>
      <p:sp>
        <p:nvSpPr>
          <p:cNvPr id="14" name="Título 1">
            <a:extLst>
              <a:ext uri="{FF2B5EF4-FFF2-40B4-BE49-F238E27FC236}">
                <a16:creationId xmlns:a16="http://schemas.microsoft.com/office/drawing/2014/main" id="{1EF75C12-7692-3D13-A420-397170B06A92}"/>
              </a:ext>
            </a:extLst>
          </p:cNvPr>
          <p:cNvSpPr txBox="1">
            <a:spLocks/>
          </p:cNvSpPr>
          <p:nvPr/>
        </p:nvSpPr>
        <p:spPr>
          <a:xfrm>
            <a:off x="4768947" y="1035959"/>
            <a:ext cx="3145063"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000" dirty="0">
                <a:solidFill>
                  <a:srgbClr val="215968"/>
                </a:solidFill>
                <a:ea typeface="ＭＳ Ｐゴシック" pitchFamily="-84" charset="-128"/>
              </a:rPr>
              <a:t>Pensión por Sobrevivencia</a:t>
            </a:r>
          </a:p>
        </p:txBody>
      </p:sp>
      <p:sp>
        <p:nvSpPr>
          <p:cNvPr id="15" name="Título 1">
            <a:extLst>
              <a:ext uri="{FF2B5EF4-FFF2-40B4-BE49-F238E27FC236}">
                <a16:creationId xmlns:a16="http://schemas.microsoft.com/office/drawing/2014/main" id="{4A70BE85-E231-0B09-A565-ECE4FCADEE9D}"/>
              </a:ext>
            </a:extLst>
          </p:cNvPr>
          <p:cNvSpPr txBox="1">
            <a:spLocks/>
          </p:cNvSpPr>
          <p:nvPr/>
        </p:nvSpPr>
        <p:spPr>
          <a:xfrm>
            <a:off x="1411237" y="1035959"/>
            <a:ext cx="3210375"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000" dirty="0">
                <a:solidFill>
                  <a:srgbClr val="215968"/>
                </a:solidFill>
                <a:ea typeface="ＭＳ Ｐゴシック" pitchFamily="-84" charset="-128"/>
              </a:rPr>
              <a:t>Pensión por Invalidez- Vejez</a:t>
            </a:r>
          </a:p>
        </p:txBody>
      </p:sp>
      <p:sp>
        <p:nvSpPr>
          <p:cNvPr id="4" name="Título 1">
            <a:extLst>
              <a:ext uri="{FF2B5EF4-FFF2-40B4-BE49-F238E27FC236}">
                <a16:creationId xmlns:a16="http://schemas.microsoft.com/office/drawing/2014/main" id="{4B66BA3C-860C-A990-8A1E-E736F8B26692}"/>
              </a:ext>
            </a:extLst>
          </p:cNvPr>
          <p:cNvSpPr txBox="1">
            <a:spLocks/>
          </p:cNvSpPr>
          <p:nvPr/>
        </p:nvSpPr>
        <p:spPr>
          <a:xfrm>
            <a:off x="-92570" y="1920602"/>
            <a:ext cx="1505243" cy="1876172"/>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1600" dirty="0">
                <a:solidFill>
                  <a:srgbClr val="215968"/>
                </a:solidFill>
                <a:ea typeface="ＭＳ Ｐゴシック" pitchFamily="-84" charset="-128"/>
              </a:rPr>
              <a:t>Tasa Multiplicativa</a:t>
            </a:r>
          </a:p>
        </p:txBody>
      </p:sp>
      <p:pic>
        <p:nvPicPr>
          <p:cNvPr id="7" name="Imagen 6">
            <a:extLst>
              <a:ext uri="{FF2B5EF4-FFF2-40B4-BE49-F238E27FC236}">
                <a16:creationId xmlns:a16="http://schemas.microsoft.com/office/drawing/2014/main" id="{8641D41C-FF19-8ABF-7F79-07F4EC35097F}"/>
              </a:ext>
            </a:extLst>
          </p:cNvPr>
          <p:cNvPicPr>
            <a:picLocks noChangeAspect="1"/>
          </p:cNvPicPr>
          <p:nvPr/>
        </p:nvPicPr>
        <p:blipFill>
          <a:blip r:embed="rId2"/>
          <a:stretch>
            <a:fillRect/>
          </a:stretch>
        </p:blipFill>
        <p:spPr>
          <a:xfrm>
            <a:off x="4768948" y="1856260"/>
            <a:ext cx="3145063" cy="1811830"/>
          </a:xfrm>
          <a:prstGeom prst="rect">
            <a:avLst/>
          </a:prstGeom>
        </p:spPr>
      </p:pic>
      <p:pic>
        <p:nvPicPr>
          <p:cNvPr id="8" name="Imagen 7">
            <a:extLst>
              <a:ext uri="{FF2B5EF4-FFF2-40B4-BE49-F238E27FC236}">
                <a16:creationId xmlns:a16="http://schemas.microsoft.com/office/drawing/2014/main" id="{59873467-49B9-EF25-369B-C19F3250041C}"/>
              </a:ext>
            </a:extLst>
          </p:cNvPr>
          <p:cNvPicPr>
            <a:picLocks noChangeAspect="1"/>
          </p:cNvPicPr>
          <p:nvPr/>
        </p:nvPicPr>
        <p:blipFill>
          <a:blip r:embed="rId3"/>
          <a:stretch>
            <a:fillRect/>
          </a:stretch>
        </p:blipFill>
        <p:spPr>
          <a:xfrm>
            <a:off x="8061344" y="1856260"/>
            <a:ext cx="2895221" cy="1798204"/>
          </a:xfrm>
          <a:prstGeom prst="rect">
            <a:avLst/>
          </a:prstGeom>
        </p:spPr>
      </p:pic>
      <p:pic>
        <p:nvPicPr>
          <p:cNvPr id="16" name="Imagen 15">
            <a:extLst>
              <a:ext uri="{FF2B5EF4-FFF2-40B4-BE49-F238E27FC236}">
                <a16:creationId xmlns:a16="http://schemas.microsoft.com/office/drawing/2014/main" id="{4C9BABDC-EF2B-9B0A-FBB0-25154C52AB5A}"/>
              </a:ext>
            </a:extLst>
          </p:cNvPr>
          <p:cNvPicPr>
            <a:picLocks noChangeAspect="1"/>
          </p:cNvPicPr>
          <p:nvPr/>
        </p:nvPicPr>
        <p:blipFill>
          <a:blip r:embed="rId4"/>
          <a:stretch>
            <a:fillRect/>
          </a:stretch>
        </p:blipFill>
        <p:spPr>
          <a:xfrm>
            <a:off x="1294228" y="1856260"/>
            <a:ext cx="3327386" cy="1811830"/>
          </a:xfrm>
          <a:prstGeom prst="rect">
            <a:avLst/>
          </a:prstGeom>
        </p:spPr>
      </p:pic>
      <p:sp>
        <p:nvSpPr>
          <p:cNvPr id="20" name="Título 1">
            <a:extLst>
              <a:ext uri="{FF2B5EF4-FFF2-40B4-BE49-F238E27FC236}">
                <a16:creationId xmlns:a16="http://schemas.microsoft.com/office/drawing/2014/main" id="{E01D1D12-B979-CCBF-3C6A-1467618911E5}"/>
              </a:ext>
            </a:extLst>
          </p:cNvPr>
          <p:cNvSpPr txBox="1">
            <a:spLocks/>
          </p:cNvSpPr>
          <p:nvPr/>
        </p:nvSpPr>
        <p:spPr>
          <a:xfrm>
            <a:off x="-70340" y="4146841"/>
            <a:ext cx="1505243" cy="1876172"/>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1600" dirty="0">
                <a:solidFill>
                  <a:srgbClr val="215968"/>
                </a:solidFill>
                <a:ea typeface="ＭＳ Ｐゴシック" pitchFamily="-84" charset="-128"/>
              </a:rPr>
              <a:t>Tasa Aditiva</a:t>
            </a:r>
          </a:p>
        </p:txBody>
      </p:sp>
      <p:pic>
        <p:nvPicPr>
          <p:cNvPr id="24" name="Imagen 23">
            <a:extLst>
              <a:ext uri="{FF2B5EF4-FFF2-40B4-BE49-F238E27FC236}">
                <a16:creationId xmlns:a16="http://schemas.microsoft.com/office/drawing/2014/main" id="{FCEE9B5B-AA3E-5835-97CD-4854F73DBE44}"/>
              </a:ext>
            </a:extLst>
          </p:cNvPr>
          <p:cNvPicPr>
            <a:picLocks noChangeAspect="1"/>
          </p:cNvPicPr>
          <p:nvPr/>
        </p:nvPicPr>
        <p:blipFill>
          <a:blip r:embed="rId5"/>
          <a:stretch>
            <a:fillRect/>
          </a:stretch>
        </p:blipFill>
        <p:spPr>
          <a:xfrm>
            <a:off x="1294227" y="4146841"/>
            <a:ext cx="3327386" cy="1811830"/>
          </a:xfrm>
          <a:prstGeom prst="rect">
            <a:avLst/>
          </a:prstGeom>
        </p:spPr>
      </p:pic>
      <p:pic>
        <p:nvPicPr>
          <p:cNvPr id="25" name="Imagen 24">
            <a:extLst>
              <a:ext uri="{FF2B5EF4-FFF2-40B4-BE49-F238E27FC236}">
                <a16:creationId xmlns:a16="http://schemas.microsoft.com/office/drawing/2014/main" id="{353A68C1-6063-E1EA-AFA9-5B2465311F18}"/>
              </a:ext>
            </a:extLst>
          </p:cNvPr>
          <p:cNvPicPr>
            <a:picLocks noChangeAspect="1"/>
          </p:cNvPicPr>
          <p:nvPr/>
        </p:nvPicPr>
        <p:blipFill>
          <a:blip r:embed="rId6"/>
          <a:stretch>
            <a:fillRect/>
          </a:stretch>
        </p:blipFill>
        <p:spPr>
          <a:xfrm>
            <a:off x="4768947" y="4146841"/>
            <a:ext cx="3145063" cy="1811830"/>
          </a:xfrm>
          <a:prstGeom prst="rect">
            <a:avLst/>
          </a:prstGeom>
        </p:spPr>
      </p:pic>
      <p:pic>
        <p:nvPicPr>
          <p:cNvPr id="27" name="Imagen 26">
            <a:extLst>
              <a:ext uri="{FF2B5EF4-FFF2-40B4-BE49-F238E27FC236}">
                <a16:creationId xmlns:a16="http://schemas.microsoft.com/office/drawing/2014/main" id="{0D5EF8D8-2A9E-D4C0-C9D3-69792E8B7803}"/>
              </a:ext>
            </a:extLst>
          </p:cNvPr>
          <p:cNvPicPr>
            <a:picLocks noChangeAspect="1"/>
          </p:cNvPicPr>
          <p:nvPr/>
        </p:nvPicPr>
        <p:blipFill>
          <a:blip r:embed="rId7"/>
          <a:stretch>
            <a:fillRect/>
          </a:stretch>
        </p:blipFill>
        <p:spPr>
          <a:xfrm>
            <a:off x="8061344" y="4146841"/>
            <a:ext cx="2895221" cy="1798204"/>
          </a:xfrm>
          <a:prstGeom prst="rect">
            <a:avLst/>
          </a:prstGeom>
        </p:spPr>
      </p:pic>
      <p:sp>
        <p:nvSpPr>
          <p:cNvPr id="33" name="Marcador de contenido 5">
            <a:extLst>
              <a:ext uri="{FF2B5EF4-FFF2-40B4-BE49-F238E27FC236}">
                <a16:creationId xmlns:a16="http://schemas.microsoft.com/office/drawing/2014/main" id="{A2975A92-CEFD-66DC-2254-918B12CDD30E}"/>
              </a:ext>
            </a:extLst>
          </p:cNvPr>
          <p:cNvSpPr txBox="1">
            <a:spLocks/>
          </p:cNvSpPr>
          <p:nvPr/>
        </p:nvSpPr>
        <p:spPr>
          <a:xfrm>
            <a:off x="11171428" y="4900526"/>
            <a:ext cx="1205523"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100" b="1" dirty="0">
                <a:solidFill>
                  <a:schemeClr val="tx1">
                    <a:lumMod val="75000"/>
                    <a:lumOff val="25000"/>
                  </a:schemeClr>
                </a:solidFill>
                <a:cs typeface="Arial" pitchFamily="34" charset="0"/>
              </a:rPr>
              <a:t>Escenario 2</a:t>
            </a:r>
          </a:p>
        </p:txBody>
      </p:sp>
      <p:sp>
        <p:nvSpPr>
          <p:cNvPr id="34" name="Abrir llave 33">
            <a:extLst>
              <a:ext uri="{FF2B5EF4-FFF2-40B4-BE49-F238E27FC236}">
                <a16:creationId xmlns:a16="http://schemas.microsoft.com/office/drawing/2014/main" id="{79BAD978-AB7F-A8D8-90EE-B721B10CB4EE}"/>
              </a:ext>
            </a:extLst>
          </p:cNvPr>
          <p:cNvSpPr/>
          <p:nvPr/>
        </p:nvSpPr>
        <p:spPr>
          <a:xfrm flipH="1">
            <a:off x="10956565" y="4734381"/>
            <a:ext cx="175211" cy="595871"/>
          </a:xfrm>
          <a:prstGeom prst="leftBrace">
            <a:avLst>
              <a:gd name="adj1" fmla="val 27269"/>
              <a:gd name="adj2" fmla="val 52899"/>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sz="1400"/>
          </a:p>
        </p:txBody>
      </p:sp>
      <p:sp>
        <p:nvSpPr>
          <p:cNvPr id="35" name="Marcador de contenido 5">
            <a:extLst>
              <a:ext uri="{FF2B5EF4-FFF2-40B4-BE49-F238E27FC236}">
                <a16:creationId xmlns:a16="http://schemas.microsoft.com/office/drawing/2014/main" id="{A69202C6-2642-642E-9FCA-3EB1FEBA6482}"/>
              </a:ext>
            </a:extLst>
          </p:cNvPr>
          <p:cNvSpPr txBox="1">
            <a:spLocks/>
          </p:cNvSpPr>
          <p:nvPr/>
        </p:nvSpPr>
        <p:spPr>
          <a:xfrm>
            <a:off x="11171429" y="5474811"/>
            <a:ext cx="1205523"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100" b="1" dirty="0">
                <a:solidFill>
                  <a:schemeClr val="tx1">
                    <a:lumMod val="75000"/>
                    <a:lumOff val="25000"/>
                  </a:schemeClr>
                </a:solidFill>
                <a:cs typeface="Arial" pitchFamily="34" charset="0"/>
              </a:rPr>
              <a:t>Escenario 1</a:t>
            </a:r>
          </a:p>
        </p:txBody>
      </p:sp>
      <p:sp>
        <p:nvSpPr>
          <p:cNvPr id="36" name="Abrir llave 35">
            <a:extLst>
              <a:ext uri="{FF2B5EF4-FFF2-40B4-BE49-F238E27FC236}">
                <a16:creationId xmlns:a16="http://schemas.microsoft.com/office/drawing/2014/main" id="{85404301-B256-3270-697A-69F6116639FD}"/>
              </a:ext>
            </a:extLst>
          </p:cNvPr>
          <p:cNvSpPr/>
          <p:nvPr/>
        </p:nvSpPr>
        <p:spPr>
          <a:xfrm flipH="1">
            <a:off x="10996218" y="5335548"/>
            <a:ext cx="175211" cy="595871"/>
          </a:xfrm>
          <a:prstGeom prst="leftBrace">
            <a:avLst>
              <a:gd name="adj1" fmla="val 27269"/>
              <a:gd name="adj2" fmla="val 52899"/>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sz="1400"/>
          </a:p>
        </p:txBody>
      </p:sp>
      <p:sp>
        <p:nvSpPr>
          <p:cNvPr id="37" name="CuadroTexto 36">
            <a:extLst>
              <a:ext uri="{FF2B5EF4-FFF2-40B4-BE49-F238E27FC236}">
                <a16:creationId xmlns:a16="http://schemas.microsoft.com/office/drawing/2014/main" id="{7F3692D9-A232-7412-F18B-D9FA28527500}"/>
              </a:ext>
            </a:extLst>
          </p:cNvPr>
          <p:cNvSpPr txBox="1"/>
          <p:nvPr/>
        </p:nvSpPr>
        <p:spPr>
          <a:xfrm>
            <a:off x="9390862" y="6525344"/>
            <a:ext cx="2801138" cy="276999"/>
          </a:xfrm>
          <a:prstGeom prst="rect">
            <a:avLst/>
          </a:prstGeom>
          <a:noFill/>
        </p:spPr>
        <p:txBody>
          <a:bodyPr wrap="square" rtlCol="0">
            <a:spAutoFit/>
          </a:bodyPr>
          <a:lstStyle/>
          <a:p>
            <a:r>
              <a:rPr lang="es-CO" sz="1200" dirty="0">
                <a:solidFill>
                  <a:schemeClr val="bg1">
                    <a:lumMod val="50000"/>
                  </a:schemeClr>
                </a:solidFill>
              </a:rPr>
              <a:t>* Cifras en Millones de Pesos</a:t>
            </a:r>
          </a:p>
        </p:txBody>
      </p:sp>
    </p:spTree>
    <p:extLst>
      <p:ext uri="{BB962C8B-B14F-4D97-AF65-F5344CB8AC3E}">
        <p14:creationId xmlns:p14="http://schemas.microsoft.com/office/powerpoint/2010/main" val="4294479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Resultados – Tasa multiplicativa y aditiva</a:t>
            </a:r>
          </a:p>
        </p:txBody>
      </p:sp>
      <p:sp>
        <p:nvSpPr>
          <p:cNvPr id="12" name="Título 1">
            <a:extLst>
              <a:ext uri="{FF2B5EF4-FFF2-40B4-BE49-F238E27FC236}">
                <a16:creationId xmlns:a16="http://schemas.microsoft.com/office/drawing/2014/main" id="{A1615BD6-A911-8115-F84A-86B5497939B8}"/>
              </a:ext>
            </a:extLst>
          </p:cNvPr>
          <p:cNvSpPr txBox="1">
            <a:spLocks/>
          </p:cNvSpPr>
          <p:nvPr/>
        </p:nvSpPr>
        <p:spPr>
          <a:xfrm>
            <a:off x="899554" y="1514858"/>
            <a:ext cx="4308460"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400" dirty="0">
                <a:solidFill>
                  <a:srgbClr val="215968"/>
                </a:solidFill>
                <a:ea typeface="ＭＳ Ｐゴシック" pitchFamily="-84" charset="-128"/>
              </a:rPr>
              <a:t>Tasa Multiplicativa</a:t>
            </a:r>
          </a:p>
        </p:txBody>
      </p:sp>
      <p:sp>
        <p:nvSpPr>
          <p:cNvPr id="13" name="Título 1">
            <a:extLst>
              <a:ext uri="{FF2B5EF4-FFF2-40B4-BE49-F238E27FC236}">
                <a16:creationId xmlns:a16="http://schemas.microsoft.com/office/drawing/2014/main" id="{93E19DE8-5DF4-DCC1-EE15-6553ECE55004}"/>
              </a:ext>
            </a:extLst>
          </p:cNvPr>
          <p:cNvSpPr txBox="1">
            <a:spLocks/>
          </p:cNvSpPr>
          <p:nvPr/>
        </p:nvSpPr>
        <p:spPr>
          <a:xfrm>
            <a:off x="5841615" y="1514858"/>
            <a:ext cx="4381684" cy="470234"/>
          </a:xfrm>
          <a:prstGeom prst="rect">
            <a:avLst/>
          </a:prstGeom>
        </p:spPr>
        <p:txBody>
          <a:bodyPr vert="horz" lIns="91440" tIns="45720" rIns="91440" bIns="45720" rtlCol="0" anchor="ctr">
            <a:noAutofit/>
          </a:bodyPr>
          <a:lstStyle>
            <a:defPPr>
              <a:defRPr lang="es-CO"/>
            </a:defPPr>
            <a:lvl1pPr algn="ctr">
              <a:spcBef>
                <a:spcPct val="0"/>
              </a:spcBef>
              <a:buNone/>
              <a:defRPr sz="2400" b="0">
                <a:solidFill>
                  <a:srgbClr val="215968"/>
                </a:solidFill>
                <a:latin typeface="+mj-lt"/>
                <a:ea typeface="ＭＳ Ｐゴシック" pitchFamily="-84" charset="-128"/>
                <a:cs typeface="Arial" panose="020B0604020202020204" pitchFamily="34" charset="0"/>
              </a:defRPr>
            </a:lvl1pPr>
          </a:lstStyle>
          <a:p>
            <a:r>
              <a:rPr lang="es-ES_tradnl" altLang="es-CO" dirty="0"/>
              <a:t>Tasa Aditiva</a:t>
            </a:r>
          </a:p>
        </p:txBody>
      </p:sp>
      <p:sp>
        <p:nvSpPr>
          <p:cNvPr id="25" name="Marcador de contenido 5">
            <a:extLst>
              <a:ext uri="{FF2B5EF4-FFF2-40B4-BE49-F238E27FC236}">
                <a16:creationId xmlns:a16="http://schemas.microsoft.com/office/drawing/2014/main" id="{309919B9-AFF6-E9BC-A5DE-919D3E01146D}"/>
              </a:ext>
            </a:extLst>
          </p:cNvPr>
          <p:cNvSpPr txBox="1">
            <a:spLocks/>
          </p:cNvSpPr>
          <p:nvPr/>
        </p:nvSpPr>
        <p:spPr>
          <a:xfrm>
            <a:off x="10934898" y="3270221"/>
            <a:ext cx="1205523"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400" b="1" dirty="0">
                <a:solidFill>
                  <a:schemeClr val="bg1">
                    <a:lumMod val="50000"/>
                  </a:schemeClr>
                </a:solidFill>
                <a:cs typeface="Arial" pitchFamily="34" charset="0"/>
              </a:rPr>
              <a:t>Escenario 2</a:t>
            </a:r>
          </a:p>
        </p:txBody>
      </p:sp>
      <p:sp>
        <p:nvSpPr>
          <p:cNvPr id="27" name="Abrir llave 26">
            <a:extLst>
              <a:ext uri="{FF2B5EF4-FFF2-40B4-BE49-F238E27FC236}">
                <a16:creationId xmlns:a16="http://schemas.microsoft.com/office/drawing/2014/main" id="{6F312C0C-F82D-15C3-4257-5FA3C26A19DC}"/>
              </a:ext>
            </a:extLst>
          </p:cNvPr>
          <p:cNvSpPr/>
          <p:nvPr/>
        </p:nvSpPr>
        <p:spPr>
          <a:xfrm flipH="1">
            <a:off x="10560926" y="3035104"/>
            <a:ext cx="373972" cy="787792"/>
          </a:xfrm>
          <a:prstGeom prst="leftBrace">
            <a:avLst>
              <a:gd name="adj1" fmla="val 27269"/>
              <a:gd name="adj2" fmla="val 52899"/>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8" name="Abrir llave 27">
            <a:extLst>
              <a:ext uri="{FF2B5EF4-FFF2-40B4-BE49-F238E27FC236}">
                <a16:creationId xmlns:a16="http://schemas.microsoft.com/office/drawing/2014/main" id="{67AE4F8A-EAB1-3DAE-59D3-682740C88AB0}"/>
              </a:ext>
            </a:extLst>
          </p:cNvPr>
          <p:cNvSpPr/>
          <p:nvPr/>
        </p:nvSpPr>
        <p:spPr>
          <a:xfrm flipH="1">
            <a:off x="10560926" y="3952502"/>
            <a:ext cx="373972" cy="787792"/>
          </a:xfrm>
          <a:prstGeom prst="leftBrace">
            <a:avLst>
              <a:gd name="adj1" fmla="val 27269"/>
              <a:gd name="adj2" fmla="val 52899"/>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9" name="Marcador de contenido 5">
            <a:extLst>
              <a:ext uri="{FF2B5EF4-FFF2-40B4-BE49-F238E27FC236}">
                <a16:creationId xmlns:a16="http://schemas.microsoft.com/office/drawing/2014/main" id="{87DDFBB2-03E0-6235-FAEB-958C304C1089}"/>
              </a:ext>
            </a:extLst>
          </p:cNvPr>
          <p:cNvSpPr txBox="1">
            <a:spLocks/>
          </p:cNvSpPr>
          <p:nvPr/>
        </p:nvSpPr>
        <p:spPr>
          <a:xfrm>
            <a:off x="10934897" y="4162746"/>
            <a:ext cx="1205523"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400" b="1" dirty="0">
                <a:solidFill>
                  <a:schemeClr val="bg1">
                    <a:lumMod val="50000"/>
                  </a:schemeClr>
                </a:solidFill>
                <a:cs typeface="Arial" pitchFamily="34" charset="0"/>
              </a:rPr>
              <a:t>Escenario 1</a:t>
            </a:r>
          </a:p>
        </p:txBody>
      </p:sp>
      <p:pic>
        <p:nvPicPr>
          <p:cNvPr id="30" name="Imagen 29">
            <a:extLst>
              <a:ext uri="{FF2B5EF4-FFF2-40B4-BE49-F238E27FC236}">
                <a16:creationId xmlns:a16="http://schemas.microsoft.com/office/drawing/2014/main" id="{38C1CA90-FC48-6738-BD2C-666BC350FDE4}"/>
              </a:ext>
            </a:extLst>
          </p:cNvPr>
          <p:cNvPicPr>
            <a:picLocks noChangeAspect="1"/>
          </p:cNvPicPr>
          <p:nvPr/>
        </p:nvPicPr>
        <p:blipFill>
          <a:blip r:embed="rId2"/>
          <a:stretch>
            <a:fillRect/>
          </a:stretch>
        </p:blipFill>
        <p:spPr>
          <a:xfrm>
            <a:off x="266509" y="2168251"/>
            <a:ext cx="4796941" cy="2704658"/>
          </a:xfrm>
          <a:prstGeom prst="rect">
            <a:avLst/>
          </a:prstGeom>
        </p:spPr>
      </p:pic>
      <p:pic>
        <p:nvPicPr>
          <p:cNvPr id="32" name="Imagen 31">
            <a:extLst>
              <a:ext uri="{FF2B5EF4-FFF2-40B4-BE49-F238E27FC236}">
                <a16:creationId xmlns:a16="http://schemas.microsoft.com/office/drawing/2014/main" id="{0668B077-794A-1221-E462-2069BEA5BA83}"/>
              </a:ext>
            </a:extLst>
          </p:cNvPr>
          <p:cNvPicPr>
            <a:picLocks noChangeAspect="1"/>
          </p:cNvPicPr>
          <p:nvPr/>
        </p:nvPicPr>
        <p:blipFill>
          <a:blip r:embed="rId3"/>
          <a:stretch>
            <a:fillRect/>
          </a:stretch>
        </p:blipFill>
        <p:spPr>
          <a:xfrm>
            <a:off x="5698681" y="2168251"/>
            <a:ext cx="4796941" cy="2704658"/>
          </a:xfrm>
          <a:prstGeom prst="rect">
            <a:avLst/>
          </a:prstGeom>
        </p:spPr>
      </p:pic>
      <p:sp>
        <p:nvSpPr>
          <p:cNvPr id="33" name="Elipse 32">
            <a:extLst>
              <a:ext uri="{FF2B5EF4-FFF2-40B4-BE49-F238E27FC236}">
                <a16:creationId xmlns:a16="http://schemas.microsoft.com/office/drawing/2014/main" id="{3463866F-C1C0-CE9F-A990-5ECEBBEBD36C}"/>
              </a:ext>
            </a:extLst>
          </p:cNvPr>
          <p:cNvSpPr/>
          <p:nvPr/>
        </p:nvSpPr>
        <p:spPr>
          <a:xfrm>
            <a:off x="1913207" y="4282171"/>
            <a:ext cx="1913206" cy="219491"/>
          </a:xfrm>
          <a:prstGeom prst="ellipse">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cxnSp>
        <p:nvCxnSpPr>
          <p:cNvPr id="34" name="Conector: angular 33">
            <a:extLst>
              <a:ext uri="{FF2B5EF4-FFF2-40B4-BE49-F238E27FC236}">
                <a16:creationId xmlns:a16="http://schemas.microsoft.com/office/drawing/2014/main" id="{8A4FE2C7-4403-CD74-FD71-A0F70FCFB592}"/>
              </a:ext>
            </a:extLst>
          </p:cNvPr>
          <p:cNvCxnSpPr>
            <a:cxnSpLocks/>
          </p:cNvCxnSpPr>
          <p:nvPr/>
        </p:nvCxnSpPr>
        <p:spPr>
          <a:xfrm rot="16200000" flipV="1">
            <a:off x="4677049" y="4789590"/>
            <a:ext cx="1055077" cy="282273"/>
          </a:xfrm>
          <a:prstGeom prst="bentConnector3">
            <a:avLst>
              <a:gd name="adj1" fmla="val 10066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ítulo 1">
            <a:extLst>
              <a:ext uri="{FF2B5EF4-FFF2-40B4-BE49-F238E27FC236}">
                <a16:creationId xmlns:a16="http://schemas.microsoft.com/office/drawing/2014/main" id="{FF30E610-ED4E-F419-553A-C52336A639DB}"/>
              </a:ext>
            </a:extLst>
          </p:cNvPr>
          <p:cNvSpPr txBox="1">
            <a:spLocks/>
          </p:cNvSpPr>
          <p:nvPr/>
        </p:nvSpPr>
        <p:spPr>
          <a:xfrm>
            <a:off x="4666506" y="5486916"/>
            <a:ext cx="1454728"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1400" dirty="0">
                <a:solidFill>
                  <a:schemeClr val="bg1">
                    <a:lumMod val="50000"/>
                  </a:schemeClr>
                </a:solidFill>
                <a:latin typeface="Franklin Gothic Medium (Títulos)"/>
              </a:rPr>
              <a:t>Escenario de Análisis</a:t>
            </a:r>
          </a:p>
        </p:txBody>
      </p:sp>
      <p:sp>
        <p:nvSpPr>
          <p:cNvPr id="39" name="CuadroTexto 38">
            <a:extLst>
              <a:ext uri="{FF2B5EF4-FFF2-40B4-BE49-F238E27FC236}">
                <a16:creationId xmlns:a16="http://schemas.microsoft.com/office/drawing/2014/main" id="{C0B74640-F53B-A3F4-6100-5BC43B11A069}"/>
              </a:ext>
            </a:extLst>
          </p:cNvPr>
          <p:cNvSpPr txBox="1"/>
          <p:nvPr/>
        </p:nvSpPr>
        <p:spPr>
          <a:xfrm>
            <a:off x="9390862" y="6525344"/>
            <a:ext cx="2801138" cy="276999"/>
          </a:xfrm>
          <a:prstGeom prst="rect">
            <a:avLst/>
          </a:prstGeom>
          <a:noFill/>
        </p:spPr>
        <p:txBody>
          <a:bodyPr wrap="square" rtlCol="0">
            <a:spAutoFit/>
          </a:bodyPr>
          <a:lstStyle/>
          <a:p>
            <a:r>
              <a:rPr lang="es-CO" sz="1200" dirty="0">
                <a:solidFill>
                  <a:schemeClr val="bg1">
                    <a:lumMod val="50000"/>
                  </a:schemeClr>
                </a:solidFill>
              </a:rPr>
              <a:t>* Cifras en Millones de Pesos</a:t>
            </a:r>
          </a:p>
        </p:txBody>
      </p:sp>
    </p:spTree>
    <p:extLst>
      <p:ext uri="{BB962C8B-B14F-4D97-AF65-F5344CB8AC3E}">
        <p14:creationId xmlns:p14="http://schemas.microsoft.com/office/powerpoint/2010/main" val="2804575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Metodología OBP.</a:t>
            </a:r>
          </a:p>
        </p:txBody>
      </p:sp>
      <p:sp>
        <p:nvSpPr>
          <p:cNvPr id="4" name="CuadroTexto 3">
            <a:extLst>
              <a:ext uri="{FF2B5EF4-FFF2-40B4-BE49-F238E27FC236}">
                <a16:creationId xmlns:a16="http://schemas.microsoft.com/office/drawing/2014/main" id="{0E0E3B4B-1192-44F8-B1CE-6219CEAC3ABC}"/>
              </a:ext>
            </a:extLst>
          </p:cNvPr>
          <p:cNvSpPr txBox="1"/>
          <p:nvPr/>
        </p:nvSpPr>
        <p:spPr>
          <a:xfrm>
            <a:off x="263352" y="1037011"/>
            <a:ext cx="11194026" cy="5053691"/>
          </a:xfrm>
          <a:prstGeom prst="rect">
            <a:avLst/>
          </a:prstGeom>
          <a:noFill/>
        </p:spPr>
        <p:txBody>
          <a:bodyPr wrap="square" rtlCol="0">
            <a:spAutoFit/>
          </a:bodyPr>
          <a:lstStyle/>
          <a:p>
            <a:pPr marL="800100" lvl="1" indent="-342900" algn="just">
              <a:spcBef>
                <a:spcPct val="20000"/>
              </a:spcBef>
              <a:buFont typeface="Arial" panose="020B0604020202020204" pitchFamily="34" charset="0"/>
              <a:buChar char="•"/>
            </a:pPr>
            <a:r>
              <a:rPr lang="es-MX" sz="2000" dirty="0">
                <a:solidFill>
                  <a:schemeClr val="accent6"/>
                </a:solidFill>
                <a:latin typeface="+mj-lt"/>
              </a:rPr>
              <a:t>Aumentar las mesadas con IPC  de (9,28%) y las que no superen un salario mínimo se ajustan a un $1.300.000.</a:t>
            </a:r>
          </a:p>
          <a:p>
            <a:pPr marL="800100" lvl="1" indent="-342900" algn="just">
              <a:spcBef>
                <a:spcPct val="20000"/>
              </a:spcBef>
              <a:buFont typeface="Arial" panose="020B0604020202020204" pitchFamily="34" charset="0"/>
              <a:buChar char="•"/>
            </a:pPr>
            <a:endParaRPr lang="es-MX" sz="2000" dirty="0">
              <a:solidFill>
                <a:schemeClr val="accent6"/>
              </a:solidFill>
              <a:latin typeface="+mj-lt"/>
            </a:endParaRPr>
          </a:p>
          <a:p>
            <a:pPr marL="800100" lvl="1" indent="-342900" algn="just">
              <a:spcBef>
                <a:spcPct val="20000"/>
              </a:spcBef>
              <a:buFont typeface="Arial" panose="020B0604020202020204" pitchFamily="34" charset="0"/>
              <a:buChar char="•"/>
            </a:pPr>
            <a:r>
              <a:rPr lang="es-MX" sz="2000" dirty="0">
                <a:solidFill>
                  <a:schemeClr val="accent6"/>
                </a:solidFill>
                <a:latin typeface="+mj-lt"/>
              </a:rPr>
              <a:t>Se toma el factor de deslizamiento con base a la evolución del crecimiento de productividad  del 2014 al 2023 (0,13%)*</a:t>
            </a:r>
          </a:p>
          <a:p>
            <a:pPr marL="800100" lvl="1" indent="-342900" algn="just">
              <a:spcBef>
                <a:spcPct val="20000"/>
              </a:spcBef>
              <a:buFont typeface="Arial" panose="020B0604020202020204" pitchFamily="34" charset="0"/>
              <a:buChar char="•"/>
            </a:pPr>
            <a:endParaRPr lang="es-CO" sz="2000" dirty="0">
              <a:solidFill>
                <a:schemeClr val="accent6"/>
              </a:solidFill>
              <a:latin typeface="+mj-lt"/>
            </a:endParaRPr>
          </a:p>
          <a:p>
            <a:pPr marL="800100" lvl="1" indent="-342900" algn="just">
              <a:spcBef>
                <a:spcPct val="20000"/>
              </a:spcBef>
              <a:buFont typeface="Arial" panose="020B0604020202020204" pitchFamily="34" charset="0"/>
              <a:buChar char="•"/>
            </a:pPr>
            <a:r>
              <a:rPr lang="es-MX" sz="2000" dirty="0">
                <a:solidFill>
                  <a:schemeClr val="accent6"/>
                </a:solidFill>
                <a:latin typeface="+mj-lt"/>
              </a:rPr>
              <a:t>El crecimiento del IPC será igual al promedio ponderado de los ultimo 3 años.  República(https://www.banrep.gov.co)</a:t>
            </a:r>
          </a:p>
          <a:p>
            <a:pPr marL="800100" lvl="1" indent="-342900" algn="just">
              <a:spcBef>
                <a:spcPct val="20000"/>
              </a:spcBef>
              <a:buFont typeface="Arial" panose="020B0604020202020204" pitchFamily="34" charset="0"/>
              <a:buChar char="•"/>
            </a:pPr>
            <a:endParaRPr lang="es-CO" sz="2000" dirty="0">
              <a:solidFill>
                <a:schemeClr val="accent6"/>
              </a:solidFill>
              <a:latin typeface="+mj-lt"/>
            </a:endParaRPr>
          </a:p>
          <a:p>
            <a:pPr lvl="1" algn="just">
              <a:spcBef>
                <a:spcPct val="20000"/>
              </a:spcBef>
            </a:pPr>
            <a:r>
              <a:rPr lang="es-CO" sz="2200" b="1" dirty="0">
                <a:solidFill>
                  <a:schemeClr val="tx1">
                    <a:lumMod val="75000"/>
                    <a:lumOff val="25000"/>
                  </a:schemeClr>
                </a:solidFill>
                <a:ea typeface="ＭＳ Ｐゴシック" pitchFamily="-84" charset="-128"/>
                <a:cs typeface="Arial" pitchFamily="34" charset="0"/>
              </a:rPr>
              <a:t>Se consideraron tres escenarios:</a:t>
            </a:r>
          </a:p>
          <a:p>
            <a:pPr marL="800100" lvl="1" indent="-342900" algn="just">
              <a:spcBef>
                <a:spcPct val="20000"/>
              </a:spcBef>
              <a:buFont typeface="Arial" panose="020B0604020202020204" pitchFamily="34" charset="0"/>
              <a:buChar char="•"/>
            </a:pPr>
            <a:endParaRPr lang="es-CO" sz="2000" dirty="0">
              <a:solidFill>
                <a:schemeClr val="accent6"/>
              </a:solidFill>
              <a:latin typeface="+mj-lt"/>
            </a:endParaRPr>
          </a:p>
          <a:p>
            <a:pPr marL="800100" lvl="1" indent="-342900" algn="just">
              <a:spcBef>
                <a:spcPct val="20000"/>
              </a:spcBef>
              <a:buFont typeface="Arial" panose="020B0604020202020204" pitchFamily="34" charset="0"/>
              <a:buChar char="•"/>
            </a:pPr>
            <a:r>
              <a:rPr lang="es-CO" sz="2000" b="1" dirty="0">
                <a:solidFill>
                  <a:schemeClr val="accent6"/>
                </a:solidFill>
                <a:latin typeface="+mj-lt"/>
              </a:rPr>
              <a:t>Esc_Base: </a:t>
            </a:r>
            <a:r>
              <a:rPr lang="es-CO" sz="2000" dirty="0">
                <a:solidFill>
                  <a:schemeClr val="accent6"/>
                </a:solidFill>
                <a:latin typeface="+mj-lt"/>
              </a:rPr>
              <a:t>Crecimiento esperado (IPC y salario mínimo) </a:t>
            </a:r>
          </a:p>
          <a:p>
            <a:pPr marL="800100" lvl="1" indent="-342900" algn="just">
              <a:spcBef>
                <a:spcPct val="20000"/>
              </a:spcBef>
              <a:buFont typeface="Arial" panose="020B0604020202020204" pitchFamily="34" charset="0"/>
              <a:buChar char="•"/>
            </a:pPr>
            <a:r>
              <a:rPr lang="es-CO" sz="2000" b="1" dirty="0">
                <a:solidFill>
                  <a:schemeClr val="accent6"/>
                </a:solidFill>
                <a:latin typeface="+mj-lt"/>
              </a:rPr>
              <a:t>Esc_No1:  </a:t>
            </a:r>
            <a:r>
              <a:rPr lang="es-CO" sz="2000" dirty="0">
                <a:solidFill>
                  <a:schemeClr val="accent6"/>
                </a:solidFill>
                <a:latin typeface="+mj-lt"/>
              </a:rPr>
              <a:t>Crecimiento esperado(IPC) incluyendo factor de productividad (0,13%). </a:t>
            </a:r>
          </a:p>
          <a:p>
            <a:pPr marL="800100" lvl="1" indent="-342900" algn="just">
              <a:spcBef>
                <a:spcPct val="20000"/>
              </a:spcBef>
              <a:buFont typeface="Arial" panose="020B0604020202020204" pitchFamily="34" charset="0"/>
              <a:buChar char="•"/>
            </a:pPr>
            <a:r>
              <a:rPr lang="es-CO" sz="2000" b="1" dirty="0">
                <a:solidFill>
                  <a:schemeClr val="accent6"/>
                </a:solidFill>
                <a:latin typeface="+mj-lt"/>
              </a:rPr>
              <a:t>Esc_No2</a:t>
            </a:r>
            <a:r>
              <a:rPr lang="es-CO" sz="2000" dirty="0">
                <a:solidFill>
                  <a:schemeClr val="accent6"/>
                </a:solidFill>
                <a:latin typeface="+mj-lt"/>
              </a:rPr>
              <a:t>:  Crecimiento esperado (salario mínimo) incluyendo factor de productividad (0,13%).   </a:t>
            </a:r>
          </a:p>
        </p:txBody>
      </p:sp>
      <p:sp>
        <p:nvSpPr>
          <p:cNvPr id="3" name="CuadroTexto 2">
            <a:extLst>
              <a:ext uri="{FF2B5EF4-FFF2-40B4-BE49-F238E27FC236}">
                <a16:creationId xmlns:a16="http://schemas.microsoft.com/office/drawing/2014/main" id="{859C8F14-3783-AB63-42A7-8F318FBD61E5}"/>
              </a:ext>
            </a:extLst>
          </p:cNvPr>
          <p:cNvSpPr txBox="1"/>
          <p:nvPr/>
        </p:nvSpPr>
        <p:spPr>
          <a:xfrm>
            <a:off x="7144140" y="6546211"/>
            <a:ext cx="10441160" cy="892552"/>
          </a:xfrm>
          <a:prstGeom prst="rect">
            <a:avLst/>
          </a:prstGeom>
          <a:noFill/>
        </p:spPr>
        <p:txBody>
          <a:bodyPr wrap="square" rtlCol="0">
            <a:spAutoFit/>
          </a:bodyPr>
          <a:lstStyle/>
          <a:p>
            <a:r>
              <a:rPr lang="es-CO" sz="1100" dirty="0">
                <a:latin typeface="Century Gothic" panose="020B0502020202020204" pitchFamily="34" charset="0"/>
              </a:rPr>
              <a:t>* Sin tener en cuenta los cuatro años de gran impacto de COVID-19</a:t>
            </a:r>
          </a:p>
          <a:p>
            <a:endParaRPr lang="es-CO" sz="2000" dirty="0">
              <a:latin typeface="Century Gothic" panose="020B0502020202020204" pitchFamily="34" charset="0"/>
            </a:endParaRPr>
          </a:p>
          <a:p>
            <a:pPr marL="342900" indent="-342900">
              <a:buFont typeface="Arial" panose="020B0604020202020204" pitchFamily="34" charset="0"/>
              <a:buChar char="•"/>
            </a:pPr>
            <a:endParaRPr lang="es-CO" sz="2000" dirty="0">
              <a:latin typeface="Century Gothic" panose="020B0502020202020204" pitchFamily="34" charset="0"/>
            </a:endParaRPr>
          </a:p>
        </p:txBody>
      </p:sp>
    </p:spTree>
    <p:extLst>
      <p:ext uri="{BB962C8B-B14F-4D97-AF65-F5344CB8AC3E}">
        <p14:creationId xmlns:p14="http://schemas.microsoft.com/office/powerpoint/2010/main" val="25742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A3520336-155E-421B-7F4F-702562D2C68E}"/>
              </a:ext>
            </a:extLst>
          </p:cNvPr>
          <p:cNvSpPr/>
          <p:nvPr/>
        </p:nvSpPr>
        <p:spPr>
          <a:xfrm>
            <a:off x="428469" y="5251010"/>
            <a:ext cx="2028186" cy="1076188"/>
          </a:xfrm>
          <a:prstGeom prst="rect">
            <a:avLst/>
          </a:prstGeom>
          <a:solidFill>
            <a:schemeClr val="accent5">
              <a:lumMod val="20000"/>
              <a:lumOff val="80000"/>
            </a:schemeClr>
          </a:solidFill>
          <a:ln>
            <a:solidFill>
              <a:schemeClr val="accent5">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a16="http://schemas.microsoft.com/office/drawing/2014/main" id="{D6D1BA1B-0467-CE0C-F58E-6847E36B0DFE}"/>
              </a:ext>
            </a:extLst>
          </p:cNvPr>
          <p:cNvSpPr/>
          <p:nvPr/>
        </p:nvSpPr>
        <p:spPr>
          <a:xfrm>
            <a:off x="6592075" y="3428999"/>
            <a:ext cx="3231704" cy="1569139"/>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cs typeface="Arial" panose="020B0604020202020204" pitchFamily="34" charset="0"/>
            </a:endParaRPr>
          </a:p>
        </p:txBody>
      </p:sp>
      <p:sp>
        <p:nvSpPr>
          <p:cNvPr id="19" name="Rectángulo 18">
            <a:extLst>
              <a:ext uri="{FF2B5EF4-FFF2-40B4-BE49-F238E27FC236}">
                <a16:creationId xmlns:a16="http://schemas.microsoft.com/office/drawing/2014/main" id="{7E34B2FA-7462-C876-AE0E-FF249D0E31B0}"/>
              </a:ext>
            </a:extLst>
          </p:cNvPr>
          <p:cNvSpPr/>
          <p:nvPr/>
        </p:nvSpPr>
        <p:spPr>
          <a:xfrm>
            <a:off x="425911" y="3429000"/>
            <a:ext cx="5941711" cy="1569139"/>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2" name="Título 1"/>
          <p:cNvSpPr>
            <a:spLocks noGrp="1"/>
          </p:cNvSpPr>
          <p:nvPr>
            <p:ph type="title"/>
          </p:nvPr>
        </p:nvSpPr>
        <p:spPr>
          <a:xfrm>
            <a:off x="263351" y="332656"/>
            <a:ext cx="11442780" cy="470234"/>
          </a:xfrm>
        </p:spPr>
        <p:txBody>
          <a:bodyPr/>
          <a:lstStyle/>
          <a:p>
            <a:r>
              <a:rPr lang="es-ES_tradnl" altLang="es-CO" dirty="0"/>
              <a:t>Metodología OBP (Decreto 36 de 2015).</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2207B8B5-BF07-AFA4-CF84-99ABFDA123E8}"/>
                  </a:ext>
                </a:extLst>
              </p:cNvPr>
              <p:cNvSpPr txBox="1"/>
              <p:nvPr/>
            </p:nvSpPr>
            <p:spPr>
              <a:xfrm>
                <a:off x="1821984" y="1227090"/>
                <a:ext cx="6329040" cy="59452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CO" sz="1200" b="0" i="1" smtClean="0">
                          <a:latin typeface="Cambria Math" panose="02040503050406030204" pitchFamily="18" charset="0"/>
                        </a:rPr>
                        <m:t>𝑉𝐴</m:t>
                      </m:r>
                      <m:d>
                        <m:dPr>
                          <m:begChr m:val="["/>
                          <m:endChr m:val="]"/>
                          <m:ctrlPr>
                            <a:rPr lang="es-CO" sz="1200" b="0" i="1" smtClean="0">
                              <a:latin typeface="Cambria Math" panose="02040503050406030204" pitchFamily="18" charset="0"/>
                            </a:rPr>
                          </m:ctrlPr>
                        </m:dPr>
                        <m:e>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r>
                            <a:rPr lang="es-CO" sz="1200" b="0" i="1" smtClean="0">
                              <a:latin typeface="Cambria Math" panose="02040503050406030204" pitchFamily="18" charset="0"/>
                            </a:rPr>
                            <m:t>,</m:t>
                          </m:r>
                          <m:r>
                            <a:rPr lang="es-CO" sz="1200" b="0" i="1" smtClean="0">
                              <a:latin typeface="Cambria Math" panose="02040503050406030204" pitchFamily="18" charset="0"/>
                            </a:rPr>
                            <m:t>𝑆𝑀</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e>
                      </m:d>
                      <m:r>
                        <a:rPr lang="es-CO" sz="1200" b="0" i="1" smtClean="0">
                          <a:latin typeface="Cambria Math" panose="02040503050406030204" pitchFamily="18" charset="0"/>
                        </a:rPr>
                        <m:t>=</m:t>
                      </m:r>
                      <m:d>
                        <m:dPr>
                          <m:ctrlPr>
                            <a:rPr lang="es-CO" sz="1200" b="0" i="1" smtClean="0">
                              <a:latin typeface="Cambria Math" panose="02040503050406030204" pitchFamily="18" charset="0"/>
                            </a:rPr>
                          </m:ctrlPr>
                        </m:dPr>
                        <m:e>
                          <m:nary>
                            <m:naryPr>
                              <m:chr m:val="∑"/>
                              <m:ctrlPr>
                                <a:rPr lang="es-CO" sz="1200" i="1">
                                  <a:latin typeface="Cambria Math" panose="02040503050406030204" pitchFamily="18" charset="0"/>
                                </a:rPr>
                              </m:ctrlPr>
                            </m:naryPr>
                            <m:sub>
                              <m:r>
                                <m:rPr>
                                  <m:brk m:alnAt="23"/>
                                </m:rPr>
                                <a:rPr lang="es-CO" sz="1200" i="1">
                                  <a:latin typeface="Cambria Math" panose="02040503050406030204" pitchFamily="18" charset="0"/>
                                </a:rPr>
                                <m:t>𝐾</m:t>
                              </m:r>
                              <m:r>
                                <a:rPr lang="es-CO" sz="1200" i="1">
                                  <a:latin typeface="Cambria Math" panose="02040503050406030204" pitchFamily="18" charset="0"/>
                                </a:rPr>
                                <m:t>=1</m:t>
                              </m:r>
                            </m:sub>
                            <m:sup>
                              <m:r>
                                <a:rPr lang="es-CO" sz="1200" i="1">
                                  <a:latin typeface="Cambria Math" panose="02040503050406030204" pitchFamily="18" charset="0"/>
                                  <a:ea typeface="Cambria Math" panose="02040503050406030204" pitchFamily="18" charset="0"/>
                                </a:rPr>
                                <m:t>𝜔</m:t>
                              </m:r>
                              <m:r>
                                <a:rPr lang="es-CO" sz="1200" i="1">
                                  <a:latin typeface="Cambria Math" panose="02040503050406030204" pitchFamily="18" charset="0"/>
                                  <a:ea typeface="Cambria Math" panose="02040503050406030204" pitchFamily="18" charset="0"/>
                                </a:rPr>
                                <m:t>(</m:t>
                              </m:r>
                              <m:r>
                                <m:rPr>
                                  <m:sty m:val="p"/>
                                </m:rPr>
                                <a:rPr lang="el-GR" sz="1200" i="1">
                                  <a:latin typeface="Cambria Math" panose="02040503050406030204" pitchFamily="18" charset="0"/>
                                  <a:ea typeface="Cambria Math" panose="02040503050406030204" pitchFamily="18" charset="0"/>
                                </a:rPr>
                                <m:t>Ω</m:t>
                              </m:r>
                              <m:r>
                                <a:rPr lang="es-CO" sz="1200" i="1">
                                  <a:latin typeface="Cambria Math" panose="02040503050406030204" pitchFamily="18" charset="0"/>
                                  <a:ea typeface="Cambria Math" panose="02040503050406030204" pitchFamily="18" charset="0"/>
                                </a:rPr>
                                <m:t>)</m:t>
                              </m:r>
                            </m:sup>
                            <m:e>
                              <m:nary>
                                <m:naryPr>
                                  <m:chr m:val="∑"/>
                                  <m:ctrlPr>
                                    <a:rPr lang="es-CO" sz="1200" i="1">
                                      <a:latin typeface="Cambria Math" panose="02040503050406030204" pitchFamily="18" charset="0"/>
                                    </a:rPr>
                                  </m:ctrlPr>
                                </m:naryPr>
                                <m:sub>
                                  <m:r>
                                    <m:rPr>
                                      <m:brk m:alnAt="23"/>
                                    </m:rPr>
                                    <a:rPr lang="es-CO" sz="1200" i="1">
                                      <a:latin typeface="Cambria Math" panose="02040503050406030204" pitchFamily="18" charset="0"/>
                                    </a:rPr>
                                    <m:t>𝑡</m:t>
                                  </m:r>
                                  <m:r>
                                    <a:rPr lang="es-CO" sz="1200" i="1">
                                      <a:latin typeface="Cambria Math" panose="02040503050406030204" pitchFamily="18" charset="0"/>
                                    </a:rPr>
                                    <m:t>=1</m:t>
                                  </m:r>
                                </m:sub>
                                <m:sup>
                                  <m:r>
                                    <a:rPr lang="es-CO" sz="1200" i="1">
                                      <a:latin typeface="Cambria Math" panose="02040503050406030204" pitchFamily="18" charset="0"/>
                                    </a:rPr>
                                    <m:t>12</m:t>
                                  </m:r>
                                </m:sup>
                                <m:e>
                                  <m:f>
                                    <m:fPr>
                                      <m:ctrlPr>
                                        <a:rPr lang="es-CO" sz="1200" i="1">
                                          <a:latin typeface="Cambria Math" panose="02040503050406030204" pitchFamily="18" charset="0"/>
                                        </a:rPr>
                                      </m:ctrlPr>
                                    </m:fPr>
                                    <m:num>
                                      <m:r>
                                        <a:rPr lang="es-CO" sz="1200" i="1">
                                          <a:latin typeface="Cambria Math" panose="02040503050406030204" pitchFamily="18" charset="0"/>
                                        </a:rPr>
                                        <m:t>𝑚</m:t>
                                      </m:r>
                                      <m:r>
                                        <a:rPr lang="es-CO" sz="1200" i="1">
                                          <a:latin typeface="Cambria Math" panose="02040503050406030204" pitchFamily="18" charset="0"/>
                                        </a:rPr>
                                        <m:t>á</m:t>
                                      </m:r>
                                      <m:r>
                                        <a:rPr lang="es-CO" sz="1200" i="1">
                                          <a:latin typeface="Cambria Math" panose="02040503050406030204" pitchFamily="18" charset="0"/>
                                        </a:rPr>
                                        <m:t>𝑥</m:t>
                                      </m:r>
                                      <m:d>
                                        <m:dPr>
                                          <m:ctrlPr>
                                            <a:rPr lang="es-CO" sz="1200" i="1">
                                              <a:latin typeface="Cambria Math" panose="02040503050406030204" pitchFamily="18" charset="0"/>
                                            </a:rPr>
                                          </m:ctrlPr>
                                        </m:dPr>
                                        <m:e>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r>
                                            <a:rPr lang="es-CO" sz="1200" i="1">
                                              <a:latin typeface="Cambria Math" panose="02040503050406030204" pitchFamily="18" charset="0"/>
                                            </a:rPr>
                                            <m:t>, </m:t>
                                          </m:r>
                                          <m:r>
                                            <a:rPr lang="es-CO" sz="1200" i="1">
                                              <a:latin typeface="Cambria Math" panose="02040503050406030204" pitchFamily="18" charset="0"/>
                                            </a:rPr>
                                            <m:t>𝑆𝑀</m:t>
                                          </m:r>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r>
                                            <a:rPr lang="es-CO" sz="1200" i="1">
                                              <a:latin typeface="Cambria Math" panose="02040503050406030204" pitchFamily="18" charset="0"/>
                                              <a:ea typeface="Cambria Math" panose="02040503050406030204" pitchFamily="18" charset="0"/>
                                            </a:rPr>
                                            <m:t>∙</m:t>
                                          </m:r>
                                          <m:sSup>
                                            <m:sSupPr>
                                              <m:ctrlPr>
                                                <a:rPr lang="es-CO" sz="1200" i="1">
                                                  <a:latin typeface="Cambria Math" panose="02040503050406030204" pitchFamily="18" charset="0"/>
                                                  <a:ea typeface="Cambria Math" panose="02040503050406030204" pitchFamily="18" charset="0"/>
                                                </a:rPr>
                                              </m:ctrlPr>
                                            </m:sSupPr>
                                            <m:e>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e>
                                              </m:d>
                                            </m:e>
                                            <m:sup>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sup>
                                          </m:sSup>
                                        </m:e>
                                      </m:d>
                                      <m:r>
                                        <a:rPr lang="es-CO" sz="1200" i="1">
                                          <a:latin typeface="Cambria Math" panose="02040503050406030204" pitchFamily="18" charset="0"/>
                                          <a:ea typeface="Cambria Math" panose="02040503050406030204" pitchFamily="18" charset="0"/>
                                        </a:rPr>
                                        <m:t>∙</m:t>
                                      </m:r>
                                      <m:sSup>
                                        <m:sSupPr>
                                          <m:ctrlPr>
                                            <a:rPr lang="es-CO" sz="1200" i="1">
                                              <a:latin typeface="Cambria Math" panose="02040503050406030204" pitchFamily="18" charset="0"/>
                                              <a:ea typeface="Cambria Math" panose="02040503050406030204" pitchFamily="18" charset="0"/>
                                            </a:rPr>
                                          </m:ctrlPr>
                                        </m:sSupPr>
                                        <m:e>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r>
                                                <a:rPr lang="es-CO" sz="1200" i="1">
                                                  <a:latin typeface="Cambria Math" panose="02040503050406030204" pitchFamily="18" charset="0"/>
                                                  <a:ea typeface="Cambria Math" panose="02040503050406030204" pitchFamily="18" charset="0"/>
                                                </a:rPr>
                                                <m:t>𝑓</m:t>
                                              </m:r>
                                            </m:e>
                                          </m:d>
                                        </m:e>
                                        <m:sup>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sup>
                                      </m:sSup>
                                      <m:r>
                                        <a:rPr lang="es-CO" sz="1200" i="1">
                                          <a:latin typeface="Cambria Math" panose="02040503050406030204" pitchFamily="18" charset="0"/>
                                          <a:ea typeface="Cambria Math" panose="02040503050406030204" pitchFamily="18" charset="0"/>
                                        </a:rPr>
                                        <m:t>∙</m:t>
                                      </m:r>
                                      <m:sSub>
                                        <m:sSubPr>
                                          <m:ctrlPr>
                                            <a:rPr lang="es-CO" sz="1200" i="1">
                                              <a:latin typeface="Cambria Math" panose="02040503050406030204" pitchFamily="18" charset="0"/>
                                              <a:ea typeface="Cambria Math" panose="02040503050406030204" pitchFamily="18" charset="0"/>
                                            </a:rPr>
                                          </m:ctrlPr>
                                        </m:sSubPr>
                                        <m:e>
                                          <m:r>
                                            <a:rPr lang="es-CO" sz="1200" i="1">
                                              <a:latin typeface="Cambria Math" panose="02040503050406030204" pitchFamily="18" charset="0"/>
                                              <a:ea typeface="Cambria Math" panose="02040503050406030204" pitchFamily="18" charset="0"/>
                                            </a:rPr>
                                            <m:t>𝑁</m:t>
                                          </m:r>
                                        </m:e>
                                        <m:sub>
                                          <m:r>
                                            <a:rPr lang="es-CO" sz="1200" i="1">
                                              <a:latin typeface="Cambria Math" panose="02040503050406030204" pitchFamily="18" charset="0"/>
                                              <a:ea typeface="Cambria Math" panose="02040503050406030204" pitchFamily="18" charset="0"/>
                                            </a:rPr>
                                            <m:t>𝑡</m:t>
                                          </m:r>
                                        </m:sub>
                                      </m:sSub>
                                    </m:num>
                                    <m:den>
                                      <m:sSup>
                                        <m:sSupPr>
                                          <m:ctrlPr>
                                            <a:rPr lang="es-CO" sz="1200" i="1">
                                              <a:latin typeface="Cambria Math" panose="02040503050406030204" pitchFamily="18" charset="0"/>
                                              <a:ea typeface="Cambria Math" panose="02040503050406030204" pitchFamily="18" charset="0"/>
                                            </a:rPr>
                                          </m:ctrlPr>
                                        </m:sSupPr>
                                        <m:e>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r>
                                                <a:rPr lang="es-CO" sz="1200" i="1">
                                                  <a:latin typeface="Cambria Math" panose="02040503050406030204" pitchFamily="18" charset="0"/>
                                                  <a:ea typeface="Cambria Math" panose="02040503050406030204" pitchFamily="18" charset="0"/>
                                                </a:rPr>
                                                <m:t>𝑖</m:t>
                                              </m:r>
                                            </m:e>
                                          </m:d>
                                        </m:e>
                                        <m:sup>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f>
                                            <m:fPr>
                                              <m:ctrlPr>
                                                <a:rPr lang="es-CO" sz="1200" i="1">
                                                  <a:latin typeface="Cambria Math" panose="02040503050406030204" pitchFamily="18" charset="0"/>
                                                  <a:ea typeface="Cambria Math" panose="02040503050406030204" pitchFamily="18" charset="0"/>
                                                </a:rPr>
                                              </m:ctrlPr>
                                            </m:fPr>
                                            <m:num>
                                              <m:r>
                                                <a:rPr lang="es-CO" sz="1200" i="1">
                                                  <a:latin typeface="Cambria Math" panose="02040503050406030204" pitchFamily="18" charset="0"/>
                                                  <a:ea typeface="Cambria Math" panose="02040503050406030204" pitchFamily="18" charset="0"/>
                                                </a:rPr>
                                                <m:t>𝑡</m:t>
                                              </m:r>
                                            </m:num>
                                            <m:den>
                                              <m:r>
                                                <a:rPr lang="es-CO" sz="1200" i="1">
                                                  <a:latin typeface="Cambria Math" panose="02040503050406030204" pitchFamily="18" charset="0"/>
                                                  <a:ea typeface="Cambria Math" panose="02040503050406030204" pitchFamily="18" charset="0"/>
                                                </a:rPr>
                                                <m:t>12</m:t>
                                              </m:r>
                                            </m:den>
                                          </m:f>
                                        </m:sup>
                                      </m:sSup>
                                    </m:den>
                                  </m:f>
                                  <m:sSub>
                                    <m:sSubPr>
                                      <m:ctrlPr>
                                        <a:rPr lang="es-CO" sz="1200" i="1">
                                          <a:latin typeface="Cambria Math" panose="02040503050406030204" pitchFamily="18" charset="0"/>
                                          <a:ea typeface="Cambria Math" panose="02040503050406030204" pitchFamily="18" charset="0"/>
                                        </a:rPr>
                                      </m:ctrlPr>
                                    </m:sSubPr>
                                    <m:e>
                                      <m:r>
                                        <a:rPr lang="es-CO" sz="1200" i="1">
                                          <a:latin typeface="Cambria Math" panose="02040503050406030204" pitchFamily="18" charset="0"/>
                                          <a:ea typeface="Cambria Math" panose="02040503050406030204" pitchFamily="18" charset="0"/>
                                        </a:rPr>
                                        <m:t>∙</m:t>
                                      </m:r>
                                    </m:e>
                                    <m:sub>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f>
                                        <m:fPr>
                                          <m:ctrlPr>
                                            <a:rPr lang="es-CO" sz="1200" i="1">
                                              <a:latin typeface="Cambria Math" panose="02040503050406030204" pitchFamily="18" charset="0"/>
                                              <a:ea typeface="Cambria Math" panose="02040503050406030204" pitchFamily="18" charset="0"/>
                                            </a:rPr>
                                          </m:ctrlPr>
                                        </m:fPr>
                                        <m:num>
                                          <m:r>
                                            <a:rPr lang="es-CO" sz="1200" i="1">
                                              <a:latin typeface="Cambria Math" panose="02040503050406030204" pitchFamily="18" charset="0"/>
                                              <a:ea typeface="Cambria Math" panose="02040503050406030204" pitchFamily="18" charset="0"/>
                                            </a:rPr>
                                            <m:t>𝑡</m:t>
                                          </m:r>
                                        </m:num>
                                        <m:den>
                                          <m:r>
                                            <a:rPr lang="es-CO" sz="1200" i="1">
                                              <a:latin typeface="Cambria Math" panose="02040503050406030204" pitchFamily="18" charset="0"/>
                                              <a:ea typeface="Cambria Math" panose="02040503050406030204" pitchFamily="18" charset="0"/>
                                            </a:rPr>
                                            <m:t>12</m:t>
                                          </m:r>
                                        </m:den>
                                      </m:f>
                                    </m:sub>
                                  </m:sSub>
                                  <m:sSub>
                                    <m:sSubPr>
                                      <m:ctrlPr>
                                        <a:rPr lang="es-CO" sz="1200" i="1">
                                          <a:latin typeface="Cambria Math" panose="02040503050406030204" pitchFamily="18" charset="0"/>
                                          <a:ea typeface="Cambria Math" panose="02040503050406030204" pitchFamily="18" charset="0"/>
                                        </a:rPr>
                                      </m:ctrlPr>
                                    </m:sSubPr>
                                    <m:e>
                                      <m:r>
                                        <a:rPr lang="es-CO" sz="1200" b="0" i="1" smtClean="0">
                                          <a:latin typeface="Cambria Math" panose="02040503050406030204" pitchFamily="18" charset="0"/>
                                          <a:ea typeface="Cambria Math" panose="02040503050406030204" pitchFamily="18" charset="0"/>
                                        </a:rPr>
                                        <m:t>𝑃</m:t>
                                      </m:r>
                                      <m:r>
                                        <a:rPr lang="es-CO" sz="1200" i="1">
                                          <a:latin typeface="Cambria Math" panose="02040503050406030204" pitchFamily="18" charset="0"/>
                                          <a:ea typeface="Cambria Math" panose="02040503050406030204" pitchFamily="18" charset="0"/>
                                        </a:rPr>
                                        <m:t> </m:t>
                                      </m:r>
                                    </m:e>
                                    <m:sub>
                                      <m:r>
                                        <m:rPr>
                                          <m:sty m:val="p"/>
                                        </m:rPr>
                                        <a:rPr lang="el-GR" sz="1200" i="1">
                                          <a:latin typeface="Cambria Math" panose="02040503050406030204" pitchFamily="18" charset="0"/>
                                          <a:ea typeface="Cambria Math" panose="02040503050406030204" pitchFamily="18" charset="0"/>
                                        </a:rPr>
                                        <m:t>Ω</m:t>
                                      </m:r>
                                    </m:sub>
                                  </m:sSub>
                                </m:e>
                              </m:nary>
                            </m:e>
                          </m:nary>
                        </m:e>
                      </m:d>
                      <m:r>
                        <a:rPr lang="es-CO" sz="1200" b="0" i="1" smtClean="0">
                          <a:latin typeface="Cambria Math" panose="02040503050406030204" pitchFamily="18" charset="0"/>
                          <a:ea typeface="Cambria Math" panose="02040503050406030204" pitchFamily="18" charset="0"/>
                        </a:rPr>
                        <m:t>∙(1+</m:t>
                      </m:r>
                      <m:r>
                        <a:rPr lang="es-CO" sz="1200" b="0" i="1" smtClean="0">
                          <a:latin typeface="Cambria Math" panose="02040503050406030204" pitchFamily="18" charset="0"/>
                          <a:ea typeface="Cambria Math" panose="02040503050406030204" pitchFamily="18" charset="0"/>
                        </a:rPr>
                        <m:t>𝜇</m:t>
                      </m:r>
                      <m:r>
                        <a:rPr lang="es-CO" sz="1200" b="0" i="1" smtClean="0">
                          <a:latin typeface="Cambria Math" panose="02040503050406030204" pitchFamily="18" charset="0"/>
                          <a:ea typeface="Cambria Math" panose="02040503050406030204" pitchFamily="18" charset="0"/>
                        </a:rPr>
                        <m:t>)</m:t>
                      </m:r>
                    </m:oMath>
                  </m:oMathPara>
                </a14:m>
                <a:endParaRPr lang="es-CO" sz="1200" dirty="0"/>
              </a:p>
            </p:txBody>
          </p:sp>
        </mc:Choice>
        <mc:Fallback xmlns="">
          <p:sp>
            <p:nvSpPr>
              <p:cNvPr id="5" name="CuadroTexto 4">
                <a:extLst>
                  <a:ext uri="{FF2B5EF4-FFF2-40B4-BE49-F238E27FC236}">
                    <a16:creationId xmlns:a16="http://schemas.microsoft.com/office/drawing/2014/main" id="{2207B8B5-BF07-AFA4-CF84-99ABFDA123E8}"/>
                  </a:ext>
                </a:extLst>
              </p:cNvPr>
              <p:cNvSpPr txBox="1">
                <a:spLocks noRot="1" noChangeAspect="1" noMove="1" noResize="1" noEditPoints="1" noAdjustHandles="1" noChangeArrowheads="1" noChangeShapeType="1" noTextEdit="1"/>
              </p:cNvSpPr>
              <p:nvPr/>
            </p:nvSpPr>
            <p:spPr>
              <a:xfrm>
                <a:off x="1821984" y="1227090"/>
                <a:ext cx="6329040" cy="594522"/>
              </a:xfrm>
              <a:prstGeom prst="rect">
                <a:avLst/>
              </a:prstGeom>
              <a:blipFill>
                <a:blip r:embed="rId2"/>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8DD15491-6C4A-5EF4-6108-6F5EF13828FA}"/>
                  </a:ext>
                </a:extLst>
              </p:cNvPr>
              <p:cNvSpPr txBox="1"/>
              <p:nvPr/>
            </p:nvSpPr>
            <p:spPr>
              <a:xfrm>
                <a:off x="425911" y="3941309"/>
                <a:ext cx="8790914"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𝑅</m:t>
                          </m:r>
                        </m:e>
                        <m:sub>
                          <m:r>
                            <a:rPr lang="es-CO" sz="1200" b="0" i="1" smtClean="0">
                              <a:latin typeface="Cambria Math" panose="02040503050406030204" pitchFamily="18" charset="0"/>
                            </a:rPr>
                            <m:t>1</m:t>
                          </m:r>
                        </m:sub>
                      </m:sSub>
                      <m:d>
                        <m:dPr>
                          <m:ctrlPr>
                            <a:rPr lang="es-CO" sz="1200" b="0" i="1" smtClean="0">
                              <a:latin typeface="Cambria Math" panose="02040503050406030204" pitchFamily="18" charset="0"/>
                            </a:rPr>
                          </m:ctrlPr>
                        </m:dPr>
                        <m:e>
                          <m:r>
                            <a:rPr lang="es-CO" sz="1200" b="0" i="1" smtClean="0">
                              <a:latin typeface="Cambria Math" panose="02040503050406030204" pitchFamily="18" charset="0"/>
                            </a:rPr>
                            <m:t>𝐴</m:t>
                          </m:r>
                        </m:e>
                      </m:d>
                      <m:r>
                        <a:rPr lang="es-CO" sz="1200" b="0" i="1" smtClean="0">
                          <a:latin typeface="Cambria Math" panose="02040503050406030204" pitchFamily="18" charset="0"/>
                        </a:rPr>
                        <m:t>=</m:t>
                      </m:r>
                      <m:r>
                        <a:rPr lang="es-CO" sz="1200" b="0" i="1" smtClean="0">
                          <a:latin typeface="Cambria Math" panose="02040503050406030204" pitchFamily="18" charset="0"/>
                        </a:rPr>
                        <m:t>𝑉𝐴</m:t>
                      </m:r>
                      <m:d>
                        <m:dPr>
                          <m:begChr m:val="["/>
                          <m:endChr m:val="]"/>
                          <m:ctrlPr>
                            <a:rPr lang="es-CO" sz="1200" b="0" i="1" smtClean="0">
                              <a:latin typeface="Cambria Math" panose="02040503050406030204" pitchFamily="18" charset="0"/>
                            </a:rPr>
                          </m:ctrlPr>
                        </m:dPr>
                        <m:e>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r>
                            <a:rPr lang="es-CO" sz="1200" b="0" i="1" smtClean="0">
                              <a:latin typeface="Cambria Math" panose="02040503050406030204" pitchFamily="18" charset="0"/>
                            </a:rPr>
                            <m:t>,</m:t>
                          </m:r>
                          <m:r>
                            <a:rPr lang="es-CO" sz="1200" b="0" i="1" smtClean="0">
                              <a:latin typeface="Cambria Math" panose="02040503050406030204" pitchFamily="18" charset="0"/>
                            </a:rPr>
                            <m:t>𝑆𝑀</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e>
                      </m:d>
                      <m:r>
                        <a:rPr lang="es-CO" sz="1200" i="1">
                          <a:latin typeface="Cambria Math" panose="02040503050406030204" pitchFamily="18" charset="0"/>
                        </a:rPr>
                        <m:t>+</m:t>
                      </m:r>
                      <m:r>
                        <a:rPr lang="es-CO" sz="1200" i="1">
                          <a:latin typeface="Cambria Math" panose="02040503050406030204" pitchFamily="18" charset="0"/>
                        </a:rPr>
                        <m:t>𝐴𝐹</m:t>
                      </m:r>
                      <m:d>
                        <m:dPr>
                          <m:begChr m:val="["/>
                          <m:endChr m:val="]"/>
                          <m:ctrlPr>
                            <a:rPr lang="es-CO" sz="1200" i="1">
                              <a:latin typeface="Cambria Math" panose="02040503050406030204" pitchFamily="18" charset="0"/>
                            </a:rPr>
                          </m:ctrlPr>
                        </m:dPr>
                        <m:e>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r>
                            <a:rPr lang="es-CO" sz="1200" i="1">
                              <a:latin typeface="Cambria Math" panose="02040503050406030204" pitchFamily="18" charset="0"/>
                            </a:rPr>
                            <m:t>,</m:t>
                          </m:r>
                          <m:r>
                            <a:rPr lang="es-CO" sz="1200" i="1">
                              <a:latin typeface="Cambria Math" panose="02040503050406030204" pitchFamily="18" charset="0"/>
                            </a:rPr>
                            <m:t>𝑆𝑀</m:t>
                          </m:r>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e>
                      </m:d>
                    </m:oMath>
                  </m:oMathPara>
                </a14:m>
                <a:endParaRPr lang="es-CO" sz="1200" dirty="0"/>
              </a:p>
            </p:txBody>
          </p:sp>
        </mc:Choice>
        <mc:Fallback xmlns="">
          <p:sp>
            <p:nvSpPr>
              <p:cNvPr id="7" name="CuadroTexto 6">
                <a:extLst>
                  <a:ext uri="{FF2B5EF4-FFF2-40B4-BE49-F238E27FC236}">
                    <a16:creationId xmlns:a16="http://schemas.microsoft.com/office/drawing/2014/main" id="{8DD15491-6C4A-5EF4-6108-6F5EF13828FA}"/>
                  </a:ext>
                </a:extLst>
              </p:cNvPr>
              <p:cNvSpPr txBox="1">
                <a:spLocks noRot="1" noChangeAspect="1" noMove="1" noResize="1" noEditPoints="1" noAdjustHandles="1" noChangeArrowheads="1" noChangeShapeType="1" noTextEdit="1"/>
              </p:cNvSpPr>
              <p:nvPr/>
            </p:nvSpPr>
            <p:spPr>
              <a:xfrm>
                <a:off x="425911" y="3941309"/>
                <a:ext cx="8790914" cy="276999"/>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8B1C0E3-C556-CAD2-BCC5-98493C07EDCA}"/>
                  </a:ext>
                </a:extLst>
              </p:cNvPr>
              <p:cNvSpPr txBox="1"/>
              <p:nvPr/>
            </p:nvSpPr>
            <p:spPr>
              <a:xfrm>
                <a:off x="425911" y="4359894"/>
                <a:ext cx="930696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𝑅</m:t>
                          </m:r>
                        </m:e>
                        <m:sub>
                          <m:r>
                            <a:rPr lang="es-CO" sz="1200" b="0" i="1" smtClean="0">
                              <a:latin typeface="Cambria Math" panose="02040503050406030204" pitchFamily="18" charset="0"/>
                            </a:rPr>
                            <m:t>2</m:t>
                          </m:r>
                        </m:sub>
                      </m:sSub>
                      <m:d>
                        <m:dPr>
                          <m:ctrlPr>
                            <a:rPr lang="es-CO" sz="1200" b="0" i="1" smtClean="0">
                              <a:latin typeface="Cambria Math" panose="02040503050406030204" pitchFamily="18" charset="0"/>
                            </a:rPr>
                          </m:ctrlPr>
                        </m:dPr>
                        <m:e>
                          <m:r>
                            <a:rPr lang="es-CO" sz="1200" b="0" i="1" smtClean="0">
                              <a:latin typeface="Cambria Math" panose="02040503050406030204" pitchFamily="18" charset="0"/>
                            </a:rPr>
                            <m:t>𝐴</m:t>
                          </m:r>
                        </m:e>
                      </m:d>
                      <m:r>
                        <a:rPr lang="es-CO" sz="1200" b="0" i="1" smtClean="0">
                          <a:latin typeface="Cambria Math" panose="02040503050406030204" pitchFamily="18" charset="0"/>
                        </a:rPr>
                        <m:t>=</m:t>
                      </m:r>
                      <m:r>
                        <a:rPr lang="es-CO" sz="1200" b="0" i="1" smtClean="0">
                          <a:latin typeface="Cambria Math" panose="02040503050406030204" pitchFamily="18" charset="0"/>
                        </a:rPr>
                        <m:t>𝑉𝐴</m:t>
                      </m:r>
                      <m:d>
                        <m:dPr>
                          <m:begChr m:val="["/>
                          <m:endChr m:val="]"/>
                          <m:ctrlPr>
                            <a:rPr lang="es-CO" sz="1200" b="0" i="1" smtClean="0">
                              <a:latin typeface="Cambria Math" panose="02040503050406030204" pitchFamily="18" charset="0"/>
                            </a:rPr>
                          </m:ctrlPr>
                        </m:dPr>
                        <m:e>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r>
                            <a:rPr lang="es-CO" sz="1200" b="0" i="1" smtClean="0">
                              <a:latin typeface="Cambria Math" panose="02040503050406030204" pitchFamily="18" charset="0"/>
                            </a:rPr>
                            <m:t>, </m:t>
                          </m:r>
                          <m:r>
                            <a:rPr lang="es-CO" sz="1200" b="0" i="1" smtClean="0">
                              <a:latin typeface="Cambria Math" panose="02040503050406030204" pitchFamily="18" charset="0"/>
                            </a:rPr>
                            <m:t>𝑆𝑀</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r>
                                <a:rPr lang="es-CO" sz="1200" b="0" i="1" smtClean="0">
                                  <a:latin typeface="Cambria Math" panose="02040503050406030204" pitchFamily="18" charset="0"/>
                                </a:rPr>
                                <m:t>−1</m:t>
                              </m:r>
                            </m:sub>
                          </m:sSub>
                          <m:r>
                            <a:rPr lang="es-CO" sz="1200" b="0" i="1" smtClean="0">
                              <a:latin typeface="Cambria Math" panose="02040503050406030204" pitchFamily="18" charset="0"/>
                              <a:ea typeface="Cambria Math" panose="02040503050406030204" pitchFamily="18" charset="0"/>
                            </a:rPr>
                            <m:t>∙</m:t>
                          </m:r>
                          <m:d>
                            <m:dPr>
                              <m:ctrlPr>
                                <a:rPr lang="es-CO" sz="1200" b="0" i="1" smtClean="0">
                                  <a:latin typeface="Cambria Math" panose="02040503050406030204" pitchFamily="18" charset="0"/>
                                  <a:ea typeface="Cambria Math" panose="02040503050406030204" pitchFamily="18" charset="0"/>
                                </a:rPr>
                              </m:ctrlPr>
                            </m:dPr>
                            <m:e>
                              <m:r>
                                <a:rPr lang="es-CO" sz="1200" b="0" i="1" smtClean="0">
                                  <a:latin typeface="Cambria Math" panose="02040503050406030204" pitchFamily="18" charset="0"/>
                                  <a:ea typeface="Cambria Math" panose="02040503050406030204" pitchFamily="18" charset="0"/>
                                </a:rPr>
                                <m:t>1+</m:t>
                              </m:r>
                              <m:sSub>
                                <m:sSubPr>
                                  <m:ctrlPr>
                                    <a:rPr lang="es-CO" sz="1200" b="0" i="1" smtClean="0">
                                      <a:latin typeface="Cambria Math" panose="02040503050406030204" pitchFamily="18" charset="0"/>
                                      <a:ea typeface="Cambria Math" panose="02040503050406030204" pitchFamily="18" charset="0"/>
                                    </a:rPr>
                                  </m:ctrlPr>
                                </m:sSubPr>
                                <m:e>
                                  <m:r>
                                    <a:rPr lang="es-CO" sz="1200" b="0" i="1" smtClean="0">
                                      <a:latin typeface="Cambria Math" panose="02040503050406030204" pitchFamily="18" charset="0"/>
                                      <a:ea typeface="Cambria Math" panose="02040503050406030204" pitchFamily="18" charset="0"/>
                                    </a:rPr>
                                    <m:t>𝑓</m:t>
                                  </m:r>
                                </m:e>
                                <m:sub>
                                  <m:r>
                                    <a:rPr lang="es-CO" sz="1200" b="0" i="1" smtClean="0">
                                      <a:latin typeface="Cambria Math" panose="02040503050406030204" pitchFamily="18" charset="0"/>
                                      <a:ea typeface="Cambria Math" panose="02040503050406030204" pitchFamily="18" charset="0"/>
                                    </a:rPr>
                                    <m:t>𝐴</m:t>
                                  </m:r>
                                  <m:r>
                                    <a:rPr lang="es-CO" sz="1200" b="0" i="1" smtClean="0">
                                      <a:latin typeface="Cambria Math" panose="02040503050406030204" pitchFamily="18" charset="0"/>
                                      <a:ea typeface="Cambria Math" panose="02040503050406030204" pitchFamily="18" charset="0"/>
                                    </a:rPr>
                                    <m:t>−1</m:t>
                                  </m:r>
                                </m:sub>
                              </m:sSub>
                            </m:e>
                          </m:d>
                          <m:r>
                            <a:rPr lang="es-CO" sz="1200" b="0" i="1" smtClean="0">
                              <a:latin typeface="Cambria Math" panose="02040503050406030204" pitchFamily="18" charset="0"/>
                              <a:ea typeface="Cambria Math" panose="02040503050406030204" pitchFamily="18" charset="0"/>
                            </a:rPr>
                            <m:t>∗</m:t>
                          </m:r>
                          <m:d>
                            <m:dPr>
                              <m:ctrlPr>
                                <a:rPr lang="es-CO" sz="1200" b="0" i="1" smtClean="0">
                                  <a:latin typeface="Cambria Math" panose="02040503050406030204" pitchFamily="18" charset="0"/>
                                  <a:ea typeface="Cambria Math" panose="02040503050406030204" pitchFamily="18" charset="0"/>
                                </a:rPr>
                              </m:ctrlPr>
                            </m:dPr>
                            <m:e>
                              <m:r>
                                <a:rPr lang="es-CO" sz="1200" b="0" i="1" smtClean="0">
                                  <a:latin typeface="Cambria Math" panose="02040503050406030204" pitchFamily="18" charset="0"/>
                                  <a:ea typeface="Cambria Math" panose="02040503050406030204" pitchFamily="18" charset="0"/>
                                </a:rPr>
                                <m:t>1+∆</m:t>
                              </m:r>
                            </m:e>
                          </m:d>
                        </m:e>
                      </m:d>
                      <m:r>
                        <a:rPr lang="es-CO" sz="1200" b="0" i="1" smtClean="0">
                          <a:latin typeface="Cambria Math" panose="02040503050406030204" pitchFamily="18" charset="0"/>
                          <a:ea typeface="Cambria Math" panose="02040503050406030204" pitchFamily="18" charset="0"/>
                        </a:rPr>
                        <m:t>+</m:t>
                      </m:r>
                      <m:r>
                        <a:rPr lang="es-CO" sz="1200" i="1">
                          <a:latin typeface="Cambria Math" panose="02040503050406030204" pitchFamily="18" charset="0"/>
                        </a:rPr>
                        <m:t>𝐴</m:t>
                      </m:r>
                      <m:r>
                        <a:rPr lang="es-CO" sz="1200" b="0" i="1" smtClean="0">
                          <a:latin typeface="Cambria Math" panose="02040503050406030204" pitchFamily="18" charset="0"/>
                        </a:rPr>
                        <m:t>𝐹</m:t>
                      </m:r>
                      <m:d>
                        <m:dPr>
                          <m:begChr m:val="["/>
                          <m:endChr m:val="]"/>
                          <m:ctrlPr>
                            <a:rPr lang="es-CO" sz="1200" i="1">
                              <a:latin typeface="Cambria Math" panose="02040503050406030204" pitchFamily="18" charset="0"/>
                            </a:rPr>
                          </m:ctrlPr>
                        </m:dPr>
                        <m:e>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r>
                            <a:rPr lang="es-CO" sz="1200" i="1">
                              <a:latin typeface="Cambria Math" panose="02040503050406030204" pitchFamily="18" charset="0"/>
                            </a:rPr>
                            <m:t>, </m:t>
                          </m:r>
                          <m:r>
                            <a:rPr lang="es-CO" sz="1200" i="1">
                              <a:latin typeface="Cambria Math" panose="02040503050406030204" pitchFamily="18" charset="0"/>
                            </a:rPr>
                            <m:t>𝑆𝑀</m:t>
                          </m:r>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r>
                                <a:rPr lang="es-CO" sz="1200" i="1">
                                  <a:latin typeface="Cambria Math" panose="02040503050406030204" pitchFamily="18" charset="0"/>
                                </a:rPr>
                                <m:t>−1</m:t>
                              </m:r>
                            </m:sub>
                          </m:sSub>
                          <m:r>
                            <a:rPr lang="es-CO" sz="1200" i="1">
                              <a:latin typeface="Cambria Math" panose="02040503050406030204" pitchFamily="18" charset="0"/>
                              <a:ea typeface="Cambria Math" panose="02040503050406030204" pitchFamily="18" charset="0"/>
                            </a:rPr>
                            <m:t>∙</m:t>
                          </m:r>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sSub>
                                <m:sSubPr>
                                  <m:ctrlPr>
                                    <a:rPr lang="es-CO" sz="1200" i="1">
                                      <a:latin typeface="Cambria Math" panose="02040503050406030204" pitchFamily="18" charset="0"/>
                                      <a:ea typeface="Cambria Math" panose="02040503050406030204" pitchFamily="18" charset="0"/>
                                    </a:rPr>
                                  </m:ctrlPr>
                                </m:sSubPr>
                                <m:e>
                                  <m:r>
                                    <a:rPr lang="es-CO" sz="1200" i="1">
                                      <a:latin typeface="Cambria Math" panose="02040503050406030204" pitchFamily="18" charset="0"/>
                                      <a:ea typeface="Cambria Math" panose="02040503050406030204" pitchFamily="18" charset="0"/>
                                    </a:rPr>
                                    <m:t>𝑓</m:t>
                                  </m:r>
                                </m:e>
                                <m:sub>
                                  <m:r>
                                    <a:rPr lang="es-CO" sz="1200" i="1">
                                      <a:latin typeface="Cambria Math" panose="02040503050406030204" pitchFamily="18" charset="0"/>
                                      <a:ea typeface="Cambria Math" panose="02040503050406030204" pitchFamily="18" charset="0"/>
                                    </a:rPr>
                                    <m:t>𝐴</m:t>
                                  </m:r>
                                  <m:r>
                                    <a:rPr lang="es-CO" sz="1200" i="1">
                                      <a:latin typeface="Cambria Math" panose="02040503050406030204" pitchFamily="18" charset="0"/>
                                      <a:ea typeface="Cambria Math" panose="02040503050406030204" pitchFamily="18" charset="0"/>
                                    </a:rPr>
                                    <m:t>−1</m:t>
                                  </m:r>
                                </m:sub>
                              </m:sSub>
                            </m:e>
                          </m:d>
                          <m:r>
                            <a:rPr lang="es-CO" sz="1200" i="1">
                              <a:latin typeface="Cambria Math" panose="02040503050406030204" pitchFamily="18" charset="0"/>
                              <a:ea typeface="Cambria Math" panose="02040503050406030204" pitchFamily="18" charset="0"/>
                            </a:rPr>
                            <m:t>∗(1+∆)</m:t>
                          </m:r>
                        </m:e>
                      </m:d>
                    </m:oMath>
                  </m:oMathPara>
                </a14:m>
                <a:endParaRPr lang="es-CO" sz="1200" dirty="0"/>
              </a:p>
              <a:p>
                <a:endParaRPr lang="es-CO" sz="1200" dirty="0"/>
              </a:p>
            </p:txBody>
          </p:sp>
        </mc:Choice>
        <mc:Fallback xmlns="">
          <p:sp>
            <p:nvSpPr>
              <p:cNvPr id="9" name="CuadroTexto 8">
                <a:extLst>
                  <a:ext uri="{FF2B5EF4-FFF2-40B4-BE49-F238E27FC236}">
                    <a16:creationId xmlns:a16="http://schemas.microsoft.com/office/drawing/2014/main" id="{B8B1C0E3-C556-CAD2-BCC5-98493C07EDCA}"/>
                  </a:ext>
                </a:extLst>
              </p:cNvPr>
              <p:cNvSpPr txBox="1">
                <a:spLocks noRot="1" noChangeAspect="1" noMove="1" noResize="1" noEditPoints="1" noAdjustHandles="1" noChangeArrowheads="1" noChangeShapeType="1" noTextEdit="1"/>
              </p:cNvSpPr>
              <p:nvPr/>
            </p:nvSpPr>
            <p:spPr>
              <a:xfrm>
                <a:off x="425911" y="4359894"/>
                <a:ext cx="9306962" cy="461665"/>
              </a:xfrm>
              <a:prstGeom prst="rect">
                <a:avLst/>
              </a:prstGeom>
              <a:blipFill>
                <a:blip r:embed="rId4"/>
                <a:stretch>
                  <a:fillRect/>
                </a:stretch>
              </a:blipFill>
            </p:spPr>
            <p:txBody>
              <a:bodyPr/>
              <a:lstStyle/>
              <a:p>
                <a:r>
                  <a:rPr lang="es-CO">
                    <a:noFill/>
                  </a:rPr>
                  <a:t> </a:t>
                </a:r>
              </a:p>
            </p:txBody>
          </p:sp>
        </mc:Fallback>
      </mc:AlternateContent>
      <p:sp>
        <p:nvSpPr>
          <p:cNvPr id="10" name="CuadroTexto 9">
            <a:extLst>
              <a:ext uri="{FF2B5EF4-FFF2-40B4-BE49-F238E27FC236}">
                <a16:creationId xmlns:a16="http://schemas.microsoft.com/office/drawing/2014/main" id="{5D842EB2-2B6E-15C6-07A0-4C8D49B098A3}"/>
              </a:ext>
            </a:extLst>
          </p:cNvPr>
          <p:cNvSpPr txBox="1"/>
          <p:nvPr/>
        </p:nvSpPr>
        <p:spPr>
          <a:xfrm>
            <a:off x="1839135" y="2436099"/>
            <a:ext cx="65" cy="215444"/>
          </a:xfrm>
          <a:prstGeom prst="rect">
            <a:avLst/>
          </a:prstGeom>
          <a:noFill/>
        </p:spPr>
        <p:txBody>
          <a:bodyPr wrap="none" lIns="0" tIns="0" rIns="0" bIns="0" rtlCol="0">
            <a:spAutoFit/>
          </a:bodyPr>
          <a:lstStyle/>
          <a:p>
            <a:endParaRPr lang="es-CO" sz="140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78D99D7-C1F3-9C73-5ED3-6D1F21CC8DFF}"/>
                  </a:ext>
                </a:extLst>
              </p:cNvPr>
              <p:cNvSpPr txBox="1"/>
              <p:nvPr/>
            </p:nvSpPr>
            <p:spPr>
              <a:xfrm>
                <a:off x="1839135" y="2190151"/>
                <a:ext cx="4652940" cy="59452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s-CO" sz="1200" b="0" i="1" smtClean="0">
                          <a:latin typeface="Cambria Math" panose="02040503050406030204" pitchFamily="18" charset="0"/>
                        </a:rPr>
                        <m:t>𝐴𝐹</m:t>
                      </m:r>
                      <m:d>
                        <m:dPr>
                          <m:begChr m:val="["/>
                          <m:endChr m:val="]"/>
                          <m:ctrlPr>
                            <a:rPr lang="es-CO" sz="1200" b="0" i="1" smtClean="0">
                              <a:latin typeface="Cambria Math" panose="02040503050406030204" pitchFamily="18" charset="0"/>
                            </a:rPr>
                          </m:ctrlPr>
                        </m:dPr>
                        <m:e>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r>
                            <a:rPr lang="es-CO" sz="1200" b="0" i="1" smtClean="0">
                              <a:latin typeface="Cambria Math" panose="02040503050406030204" pitchFamily="18" charset="0"/>
                            </a:rPr>
                            <m:t>,</m:t>
                          </m:r>
                          <m:r>
                            <a:rPr lang="es-CO" sz="1200" b="0" i="1" smtClean="0">
                              <a:latin typeface="Cambria Math" panose="02040503050406030204" pitchFamily="18" charset="0"/>
                            </a:rPr>
                            <m:t>𝑆𝑀</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𝑀</m:t>
                              </m:r>
                            </m:e>
                            <m:sub>
                              <m:r>
                                <a:rPr lang="es-CO" sz="1200" b="0" i="1" smtClean="0">
                                  <a:latin typeface="Cambria Math" panose="02040503050406030204" pitchFamily="18" charset="0"/>
                                </a:rPr>
                                <m:t>𝐴</m:t>
                              </m:r>
                            </m:sub>
                          </m:sSub>
                        </m:e>
                      </m:d>
                      <m:r>
                        <a:rPr lang="es-CO" sz="1200" b="0" i="1" smtClean="0">
                          <a:latin typeface="Cambria Math" panose="02040503050406030204" pitchFamily="18" charset="0"/>
                        </a:rPr>
                        <m:t>=5</m:t>
                      </m:r>
                      <m:r>
                        <a:rPr lang="es-CO" sz="1200" b="0" i="1" smtClean="0">
                          <a:latin typeface="Cambria Math" panose="02040503050406030204" pitchFamily="18" charset="0"/>
                          <a:ea typeface="Cambria Math" panose="02040503050406030204" pitchFamily="18" charset="0"/>
                        </a:rPr>
                        <m:t>∙</m:t>
                      </m:r>
                      <m:r>
                        <a:rPr lang="es-CO" sz="1200" b="0" i="1" smtClean="0">
                          <a:latin typeface="Cambria Math" panose="02040503050406030204" pitchFamily="18" charset="0"/>
                          <a:ea typeface="Cambria Math" panose="02040503050406030204" pitchFamily="18" charset="0"/>
                        </a:rPr>
                        <m:t>𝑆𝑀</m:t>
                      </m:r>
                      <m:sSub>
                        <m:sSubPr>
                          <m:ctrlPr>
                            <a:rPr lang="es-CO" sz="1200" b="0" i="1" smtClean="0">
                              <a:latin typeface="Cambria Math" panose="02040503050406030204" pitchFamily="18" charset="0"/>
                              <a:ea typeface="Cambria Math" panose="02040503050406030204" pitchFamily="18" charset="0"/>
                            </a:rPr>
                          </m:ctrlPr>
                        </m:sSubPr>
                        <m:e>
                          <m:r>
                            <a:rPr lang="es-CO" sz="1200" b="0" i="1" smtClean="0">
                              <a:latin typeface="Cambria Math" panose="02040503050406030204" pitchFamily="18" charset="0"/>
                              <a:ea typeface="Cambria Math" panose="02040503050406030204" pitchFamily="18" charset="0"/>
                            </a:rPr>
                            <m:t>𝑀</m:t>
                          </m:r>
                        </m:e>
                        <m:sub>
                          <m:r>
                            <a:rPr lang="es-CO" sz="1200" b="0" i="1" smtClean="0">
                              <a:latin typeface="Cambria Math" panose="02040503050406030204" pitchFamily="18" charset="0"/>
                              <a:ea typeface="Cambria Math" panose="02040503050406030204" pitchFamily="18" charset="0"/>
                            </a:rPr>
                            <m:t>𝐴</m:t>
                          </m:r>
                        </m:sub>
                      </m:sSub>
                      <m:d>
                        <m:dPr>
                          <m:ctrlPr>
                            <a:rPr lang="es-CO" sz="1200" b="0" i="1" smtClean="0">
                              <a:latin typeface="Cambria Math" panose="02040503050406030204" pitchFamily="18" charset="0"/>
                            </a:rPr>
                          </m:ctrlPr>
                        </m:dPr>
                        <m:e>
                          <m:nary>
                            <m:naryPr>
                              <m:chr m:val="∑"/>
                              <m:ctrlPr>
                                <a:rPr lang="es-CO" sz="1200" i="1">
                                  <a:latin typeface="Cambria Math" panose="02040503050406030204" pitchFamily="18" charset="0"/>
                                </a:rPr>
                              </m:ctrlPr>
                            </m:naryPr>
                            <m:sub>
                              <m:r>
                                <a:rPr lang="es-CO" sz="1200" b="0" i="1" smtClean="0">
                                  <a:latin typeface="Cambria Math" panose="02040503050406030204" pitchFamily="18" charset="0"/>
                                </a:rPr>
                                <m:t>𝑘</m:t>
                              </m:r>
                              <m:r>
                                <a:rPr lang="es-CO" sz="1200" i="1">
                                  <a:latin typeface="Cambria Math" panose="02040503050406030204" pitchFamily="18" charset="0"/>
                                </a:rPr>
                                <m:t>=1</m:t>
                              </m:r>
                            </m:sub>
                            <m:sup>
                              <m:r>
                                <a:rPr lang="es-CO" sz="1200" i="1" smtClean="0">
                                  <a:latin typeface="Cambria Math" panose="02040503050406030204" pitchFamily="18" charset="0"/>
                                  <a:ea typeface="Cambria Math" panose="02040503050406030204" pitchFamily="18" charset="0"/>
                                </a:rPr>
                                <m:t>𝜔</m:t>
                              </m:r>
                              <m:r>
                                <a:rPr lang="es-CO" sz="1200" b="0" i="1" smtClean="0">
                                  <a:latin typeface="Cambria Math" panose="02040503050406030204" pitchFamily="18" charset="0"/>
                                  <a:ea typeface="Cambria Math" panose="02040503050406030204" pitchFamily="18" charset="0"/>
                                </a:rPr>
                                <m:t>−</m:t>
                              </m:r>
                              <m:r>
                                <a:rPr lang="es-CO" sz="1200" b="0" i="1" smtClean="0">
                                  <a:latin typeface="Cambria Math" panose="02040503050406030204" pitchFamily="18" charset="0"/>
                                  <a:ea typeface="Cambria Math" panose="02040503050406030204" pitchFamily="18" charset="0"/>
                                </a:rPr>
                                <m:t>𝜒</m:t>
                              </m:r>
                            </m:sup>
                            <m:e>
                              <m:f>
                                <m:fPr>
                                  <m:ctrlPr>
                                    <a:rPr lang="es-CO" sz="1200" i="1">
                                      <a:latin typeface="Cambria Math" panose="02040503050406030204" pitchFamily="18" charset="0"/>
                                    </a:rPr>
                                  </m:ctrlPr>
                                </m:fPr>
                                <m:num>
                                  <m:sSup>
                                    <m:sSupPr>
                                      <m:ctrlPr>
                                        <a:rPr lang="es-CO" sz="1200" i="1">
                                          <a:latin typeface="Cambria Math" panose="02040503050406030204" pitchFamily="18" charset="0"/>
                                          <a:ea typeface="Cambria Math" panose="02040503050406030204" pitchFamily="18" charset="0"/>
                                        </a:rPr>
                                      </m:ctrlPr>
                                    </m:sSupPr>
                                    <m:e>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r>
                                            <a:rPr lang="es-CO" sz="1200" i="1">
                                              <a:latin typeface="Cambria Math" panose="02040503050406030204" pitchFamily="18" charset="0"/>
                                              <a:ea typeface="Cambria Math" panose="02040503050406030204" pitchFamily="18" charset="0"/>
                                            </a:rPr>
                                            <m:t>𝑓</m:t>
                                          </m:r>
                                        </m:e>
                                      </m:d>
                                    </m:e>
                                    <m:sup>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sup>
                                  </m:sSup>
                                  <m:r>
                                    <a:rPr lang="es-CO" sz="1200" i="1">
                                      <a:latin typeface="Cambria Math" panose="02040503050406030204" pitchFamily="18" charset="0"/>
                                      <a:ea typeface="Cambria Math" panose="02040503050406030204" pitchFamily="18" charset="0"/>
                                    </a:rPr>
                                    <m:t>∙</m:t>
                                  </m:r>
                                  <m:sSup>
                                    <m:sSupPr>
                                      <m:ctrlPr>
                                        <a:rPr lang="es-CO" sz="1200" i="1">
                                          <a:latin typeface="Cambria Math" panose="02040503050406030204" pitchFamily="18" charset="0"/>
                                          <a:ea typeface="Cambria Math" panose="02040503050406030204" pitchFamily="18" charset="0"/>
                                        </a:rPr>
                                      </m:ctrlPr>
                                    </m:sSupPr>
                                    <m:e>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e>
                                      </m:d>
                                    </m:e>
                                    <m:sup>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sup>
                                  </m:sSup>
                                </m:num>
                                <m:den>
                                  <m:sSup>
                                    <m:sSupPr>
                                      <m:ctrlPr>
                                        <a:rPr lang="es-CO" sz="1200" i="1">
                                          <a:latin typeface="Cambria Math" panose="02040503050406030204" pitchFamily="18" charset="0"/>
                                          <a:ea typeface="Cambria Math" panose="02040503050406030204" pitchFamily="18" charset="0"/>
                                        </a:rPr>
                                      </m:ctrlPr>
                                    </m:sSupPr>
                                    <m:e>
                                      <m:d>
                                        <m:dPr>
                                          <m:ctrlPr>
                                            <a:rPr lang="es-CO" sz="1200" i="1">
                                              <a:latin typeface="Cambria Math" panose="02040503050406030204" pitchFamily="18" charset="0"/>
                                              <a:ea typeface="Cambria Math" panose="02040503050406030204" pitchFamily="18" charset="0"/>
                                            </a:rPr>
                                          </m:ctrlPr>
                                        </m:dPr>
                                        <m:e>
                                          <m:r>
                                            <a:rPr lang="es-CO" sz="1200" i="1">
                                              <a:latin typeface="Cambria Math" panose="02040503050406030204" pitchFamily="18" charset="0"/>
                                              <a:ea typeface="Cambria Math" panose="02040503050406030204" pitchFamily="18" charset="0"/>
                                            </a:rPr>
                                            <m:t>1+</m:t>
                                          </m:r>
                                          <m:r>
                                            <a:rPr lang="es-CO" sz="1200" i="1">
                                              <a:latin typeface="Cambria Math" panose="02040503050406030204" pitchFamily="18" charset="0"/>
                                              <a:ea typeface="Cambria Math" panose="02040503050406030204" pitchFamily="18" charset="0"/>
                                            </a:rPr>
                                            <m:t>𝑖</m:t>
                                          </m:r>
                                        </m:e>
                                      </m:d>
                                    </m:e>
                                    <m:sup>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m:t>
                                      </m:r>
                                      <m:f>
                                        <m:fPr>
                                          <m:ctrlPr>
                                            <a:rPr lang="es-CO" sz="1200" i="1">
                                              <a:latin typeface="Cambria Math" panose="02040503050406030204" pitchFamily="18" charset="0"/>
                                              <a:ea typeface="Cambria Math" panose="02040503050406030204" pitchFamily="18" charset="0"/>
                                            </a:rPr>
                                          </m:ctrlPr>
                                        </m:fPr>
                                        <m:num>
                                          <m:r>
                                            <a:rPr lang="es-CO" sz="1200" i="1">
                                              <a:latin typeface="Cambria Math" panose="02040503050406030204" pitchFamily="18" charset="0"/>
                                              <a:ea typeface="Cambria Math" panose="02040503050406030204" pitchFamily="18" charset="0"/>
                                            </a:rPr>
                                            <m:t>𝑡</m:t>
                                          </m:r>
                                        </m:num>
                                        <m:den>
                                          <m:r>
                                            <a:rPr lang="es-CO" sz="1200" i="1">
                                              <a:latin typeface="Cambria Math" panose="02040503050406030204" pitchFamily="18" charset="0"/>
                                              <a:ea typeface="Cambria Math" panose="02040503050406030204" pitchFamily="18" charset="0"/>
                                            </a:rPr>
                                            <m:t>12</m:t>
                                          </m:r>
                                        </m:den>
                                      </m:f>
                                    </m:sup>
                                  </m:sSup>
                                </m:den>
                              </m:f>
                              <m:sSub>
                                <m:sSubPr>
                                  <m:ctrlPr>
                                    <a:rPr lang="es-CO" sz="1200" i="1">
                                      <a:latin typeface="Cambria Math" panose="02040503050406030204" pitchFamily="18" charset="0"/>
                                      <a:ea typeface="Cambria Math" panose="02040503050406030204" pitchFamily="18" charset="0"/>
                                    </a:rPr>
                                  </m:ctrlPr>
                                </m:sSubPr>
                                <m:e>
                                  <m:r>
                                    <a:rPr lang="es-CO" sz="1200" i="1">
                                      <a:latin typeface="Cambria Math" panose="02040503050406030204" pitchFamily="18" charset="0"/>
                                      <a:ea typeface="Cambria Math" panose="02040503050406030204" pitchFamily="18" charset="0"/>
                                    </a:rPr>
                                    <m:t>∙</m:t>
                                  </m:r>
                                </m:e>
                                <m:sub>
                                  <m:r>
                                    <a:rPr lang="es-CO" sz="1200" i="1">
                                      <a:latin typeface="Cambria Math" panose="02040503050406030204" pitchFamily="18" charset="0"/>
                                      <a:ea typeface="Cambria Math" panose="02040503050406030204" pitchFamily="18" charset="0"/>
                                    </a:rPr>
                                    <m:t>𝑘</m:t>
                                  </m:r>
                                  <m:r>
                                    <a:rPr lang="es-CO" sz="1200" i="1">
                                      <a:latin typeface="Cambria Math" panose="02040503050406030204" pitchFamily="18" charset="0"/>
                                      <a:ea typeface="Cambria Math" panose="02040503050406030204" pitchFamily="18" charset="0"/>
                                    </a:rPr>
                                    <m:t>−1+</m:t>
                                  </m:r>
                                  <m:f>
                                    <m:fPr>
                                      <m:ctrlPr>
                                        <a:rPr lang="es-CO" sz="1200" i="1">
                                          <a:latin typeface="Cambria Math" panose="02040503050406030204" pitchFamily="18" charset="0"/>
                                          <a:ea typeface="Cambria Math" panose="02040503050406030204" pitchFamily="18" charset="0"/>
                                        </a:rPr>
                                      </m:ctrlPr>
                                    </m:fPr>
                                    <m:num>
                                      <m:r>
                                        <a:rPr lang="es-CO" sz="1200" i="1">
                                          <a:latin typeface="Cambria Math" panose="02040503050406030204" pitchFamily="18" charset="0"/>
                                          <a:ea typeface="Cambria Math" panose="02040503050406030204" pitchFamily="18" charset="0"/>
                                        </a:rPr>
                                        <m:t>𝑡</m:t>
                                      </m:r>
                                    </m:num>
                                    <m:den>
                                      <m:r>
                                        <a:rPr lang="es-CO" sz="1200" i="1">
                                          <a:latin typeface="Cambria Math" panose="02040503050406030204" pitchFamily="18" charset="0"/>
                                          <a:ea typeface="Cambria Math" panose="02040503050406030204" pitchFamily="18" charset="0"/>
                                        </a:rPr>
                                        <m:t>12</m:t>
                                      </m:r>
                                    </m:den>
                                  </m:f>
                                </m:sub>
                              </m:sSub>
                              <m:sSub>
                                <m:sSubPr>
                                  <m:ctrlPr>
                                    <a:rPr lang="es-CO" sz="1200" i="1">
                                      <a:latin typeface="Cambria Math" panose="02040503050406030204" pitchFamily="18" charset="0"/>
                                      <a:ea typeface="Cambria Math" panose="02040503050406030204" pitchFamily="18" charset="0"/>
                                    </a:rPr>
                                  </m:ctrlPr>
                                </m:sSubPr>
                                <m:e>
                                  <m:r>
                                    <a:rPr lang="es-CO" sz="1200" b="0" i="1" smtClean="0">
                                      <a:latin typeface="Cambria Math" panose="02040503050406030204" pitchFamily="18" charset="0"/>
                                      <a:ea typeface="Cambria Math" panose="02040503050406030204" pitchFamily="18" charset="0"/>
                                    </a:rPr>
                                    <m:t>𝑄</m:t>
                                  </m:r>
                                  <m:r>
                                    <a:rPr lang="es-CO" sz="1200" i="1">
                                      <a:latin typeface="Cambria Math" panose="02040503050406030204" pitchFamily="18" charset="0"/>
                                      <a:ea typeface="Cambria Math" panose="02040503050406030204" pitchFamily="18" charset="0"/>
                                    </a:rPr>
                                    <m:t> </m:t>
                                  </m:r>
                                </m:e>
                                <m:sub>
                                  <m:r>
                                    <m:rPr>
                                      <m:sty m:val="p"/>
                                    </m:rPr>
                                    <a:rPr lang="el-GR" sz="1200" i="1">
                                      <a:latin typeface="Cambria Math" panose="02040503050406030204" pitchFamily="18" charset="0"/>
                                      <a:ea typeface="Cambria Math" panose="02040503050406030204" pitchFamily="18" charset="0"/>
                                    </a:rPr>
                                    <m:t>Ω</m:t>
                                  </m:r>
                                </m:sub>
                              </m:sSub>
                            </m:e>
                          </m:nary>
                        </m:e>
                      </m:d>
                    </m:oMath>
                  </m:oMathPara>
                </a14:m>
                <a:endParaRPr lang="es-CO" sz="1200" dirty="0"/>
              </a:p>
            </p:txBody>
          </p:sp>
        </mc:Choice>
        <mc:Fallback xmlns="">
          <p:sp>
            <p:nvSpPr>
              <p:cNvPr id="6" name="CuadroTexto 5">
                <a:extLst>
                  <a:ext uri="{FF2B5EF4-FFF2-40B4-BE49-F238E27FC236}">
                    <a16:creationId xmlns:a16="http://schemas.microsoft.com/office/drawing/2014/main" id="{278D99D7-C1F3-9C73-5ED3-6D1F21CC8DFF}"/>
                  </a:ext>
                </a:extLst>
              </p:cNvPr>
              <p:cNvSpPr txBox="1">
                <a:spLocks noRot="1" noChangeAspect="1" noMove="1" noResize="1" noEditPoints="1" noAdjustHandles="1" noChangeArrowheads="1" noChangeShapeType="1" noTextEdit="1"/>
              </p:cNvSpPr>
              <p:nvPr/>
            </p:nvSpPr>
            <p:spPr>
              <a:xfrm>
                <a:off x="1839135" y="2190151"/>
                <a:ext cx="4652940" cy="594522"/>
              </a:xfrm>
              <a:prstGeom prst="rect">
                <a:avLst/>
              </a:prstGeom>
              <a:blipFill>
                <a:blip r:embed="rId5"/>
                <a:stretch>
                  <a:fillRect l="-131"/>
                </a:stretch>
              </a:blipFill>
            </p:spPr>
            <p:txBody>
              <a:bodyPr/>
              <a:lstStyle/>
              <a:p>
                <a:r>
                  <a:rPr lang="es-CO">
                    <a:noFill/>
                  </a:rPr>
                  <a:t> </a:t>
                </a:r>
              </a:p>
            </p:txBody>
          </p:sp>
        </mc:Fallback>
      </mc:AlternateContent>
      <p:sp>
        <p:nvSpPr>
          <p:cNvPr id="8" name="CuadroTexto 7">
            <a:extLst>
              <a:ext uri="{FF2B5EF4-FFF2-40B4-BE49-F238E27FC236}">
                <a16:creationId xmlns:a16="http://schemas.microsoft.com/office/drawing/2014/main" id="{D4D661B4-BD34-06F8-B22E-1AF6694C3D9E}"/>
              </a:ext>
            </a:extLst>
          </p:cNvPr>
          <p:cNvSpPr txBox="1"/>
          <p:nvPr/>
        </p:nvSpPr>
        <p:spPr>
          <a:xfrm>
            <a:off x="6561041" y="4365676"/>
            <a:ext cx="2475165" cy="276999"/>
          </a:xfrm>
          <a:prstGeom prst="rect">
            <a:avLst/>
          </a:prstGeom>
          <a:noFill/>
        </p:spPr>
        <p:txBody>
          <a:bodyPr wrap="none" rtlCol="0">
            <a:spAutoFit/>
          </a:bodyPr>
          <a:lstStyle/>
          <a:p>
            <a:r>
              <a:rPr lang="es-CO" sz="1200" b="1" dirty="0"/>
              <a:t>Año anterior. Valor esperado de SM</a:t>
            </a:r>
          </a:p>
        </p:txBody>
      </p:sp>
      <p:sp>
        <p:nvSpPr>
          <p:cNvPr id="11" name="CuadroTexto 10">
            <a:extLst>
              <a:ext uri="{FF2B5EF4-FFF2-40B4-BE49-F238E27FC236}">
                <a16:creationId xmlns:a16="http://schemas.microsoft.com/office/drawing/2014/main" id="{59ABB08B-B111-1CD5-9F4C-2B8E23626D79}"/>
              </a:ext>
            </a:extLst>
          </p:cNvPr>
          <p:cNvSpPr txBox="1"/>
          <p:nvPr/>
        </p:nvSpPr>
        <p:spPr>
          <a:xfrm>
            <a:off x="6561041" y="3927646"/>
            <a:ext cx="2168735" cy="276999"/>
          </a:xfrm>
          <a:prstGeom prst="rect">
            <a:avLst/>
          </a:prstGeom>
          <a:noFill/>
        </p:spPr>
        <p:txBody>
          <a:bodyPr wrap="none" rtlCol="0">
            <a:spAutoFit/>
          </a:bodyPr>
          <a:lstStyle/>
          <a:p>
            <a:r>
              <a:rPr lang="es-CO" sz="1200" b="1" dirty="0"/>
              <a:t>Año actual. Valor actual de SM</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0C5446EC-452F-F631-8E56-85A24E34B521}"/>
                  </a:ext>
                </a:extLst>
              </p:cNvPr>
              <p:cNvSpPr txBox="1"/>
              <p:nvPr/>
            </p:nvSpPr>
            <p:spPr>
              <a:xfrm>
                <a:off x="425911" y="4708194"/>
                <a:ext cx="8790914"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200" b="1" i="1" smtClean="0">
                              <a:latin typeface="Cambria Math" panose="02040503050406030204" pitchFamily="18" charset="0"/>
                            </a:rPr>
                          </m:ctrlPr>
                        </m:sSubPr>
                        <m:e>
                          <m:r>
                            <a:rPr lang="es-CO" sz="1200" b="1" i="1" smtClean="0">
                              <a:latin typeface="Cambria Math" panose="02040503050406030204" pitchFamily="18" charset="0"/>
                            </a:rPr>
                            <m:t>𝑪𝑶𝑩</m:t>
                          </m:r>
                          <m:d>
                            <m:dPr>
                              <m:ctrlPr>
                                <a:rPr lang="es-CO" sz="1200" b="1" i="1" smtClean="0">
                                  <a:latin typeface="Cambria Math" panose="02040503050406030204" pitchFamily="18" charset="0"/>
                                </a:rPr>
                              </m:ctrlPr>
                            </m:dPr>
                            <m:e>
                              <m:r>
                                <a:rPr lang="es-CO" sz="1200" b="1" i="1" smtClean="0">
                                  <a:latin typeface="Cambria Math" panose="02040503050406030204" pitchFamily="18" charset="0"/>
                                </a:rPr>
                                <m:t>𝑨</m:t>
                              </m:r>
                            </m:e>
                          </m:d>
                          <m:r>
                            <a:rPr lang="es-CO" sz="1200" b="1" i="1" smtClean="0">
                              <a:latin typeface="Cambria Math" panose="02040503050406030204" pitchFamily="18" charset="0"/>
                            </a:rPr>
                            <m:t>=</m:t>
                          </m:r>
                          <m:r>
                            <a:rPr lang="es-CO" sz="1200" b="1" i="1" smtClean="0">
                              <a:latin typeface="Cambria Math" panose="02040503050406030204" pitchFamily="18" charset="0"/>
                            </a:rPr>
                            <m:t>𝑹</m:t>
                          </m:r>
                        </m:e>
                        <m:sub>
                          <m:r>
                            <a:rPr lang="es-CO" sz="1200" b="1" i="1" smtClean="0">
                              <a:latin typeface="Cambria Math" panose="02040503050406030204" pitchFamily="18" charset="0"/>
                            </a:rPr>
                            <m:t>𝟏</m:t>
                          </m:r>
                        </m:sub>
                      </m:sSub>
                      <m:d>
                        <m:dPr>
                          <m:ctrlPr>
                            <a:rPr lang="es-CO" sz="1200" b="1" i="1" smtClean="0">
                              <a:latin typeface="Cambria Math" panose="02040503050406030204" pitchFamily="18" charset="0"/>
                            </a:rPr>
                          </m:ctrlPr>
                        </m:dPr>
                        <m:e>
                          <m:r>
                            <a:rPr lang="es-CO" sz="1200" b="1" i="1" smtClean="0">
                              <a:latin typeface="Cambria Math" panose="02040503050406030204" pitchFamily="18" charset="0"/>
                            </a:rPr>
                            <m:t>𝑨</m:t>
                          </m:r>
                        </m:e>
                      </m:d>
                      <m:sSub>
                        <m:sSubPr>
                          <m:ctrlPr>
                            <a:rPr lang="es-CO" sz="1200" b="1" i="1">
                              <a:latin typeface="Cambria Math" panose="02040503050406030204" pitchFamily="18" charset="0"/>
                            </a:rPr>
                          </m:ctrlPr>
                        </m:sSubPr>
                        <m:e>
                          <m:r>
                            <a:rPr lang="es-CO" sz="1200" b="1" i="1" smtClean="0">
                              <a:latin typeface="Cambria Math" panose="02040503050406030204" pitchFamily="18" charset="0"/>
                            </a:rPr>
                            <m:t>−</m:t>
                          </m:r>
                          <m:r>
                            <a:rPr lang="es-CO" sz="1200" b="1" i="1">
                              <a:latin typeface="Cambria Math" panose="02040503050406030204" pitchFamily="18" charset="0"/>
                            </a:rPr>
                            <m:t>𝑹</m:t>
                          </m:r>
                        </m:e>
                        <m:sub>
                          <m:r>
                            <a:rPr lang="es-CO" sz="1200" b="1" i="1" smtClean="0">
                              <a:latin typeface="Cambria Math" panose="02040503050406030204" pitchFamily="18" charset="0"/>
                            </a:rPr>
                            <m:t>𝟐</m:t>
                          </m:r>
                        </m:sub>
                      </m:sSub>
                      <m:d>
                        <m:dPr>
                          <m:ctrlPr>
                            <a:rPr lang="es-CO" sz="1200" b="1" i="1">
                              <a:latin typeface="Cambria Math" panose="02040503050406030204" pitchFamily="18" charset="0"/>
                            </a:rPr>
                          </m:ctrlPr>
                        </m:dPr>
                        <m:e>
                          <m:r>
                            <a:rPr lang="es-CO" sz="1200" b="1" i="1">
                              <a:latin typeface="Cambria Math" panose="02040503050406030204" pitchFamily="18" charset="0"/>
                            </a:rPr>
                            <m:t>𝑨</m:t>
                          </m:r>
                        </m:e>
                      </m:d>
                    </m:oMath>
                  </m:oMathPara>
                </a14:m>
                <a:endParaRPr lang="es-CO" sz="1200" b="1" dirty="0"/>
              </a:p>
            </p:txBody>
          </p:sp>
        </mc:Choice>
        <mc:Fallback xmlns="">
          <p:sp>
            <p:nvSpPr>
              <p:cNvPr id="15" name="CuadroTexto 14">
                <a:extLst>
                  <a:ext uri="{FF2B5EF4-FFF2-40B4-BE49-F238E27FC236}">
                    <a16:creationId xmlns:a16="http://schemas.microsoft.com/office/drawing/2014/main" id="{0C5446EC-452F-F631-8E56-85A24E34B521}"/>
                  </a:ext>
                </a:extLst>
              </p:cNvPr>
              <p:cNvSpPr txBox="1">
                <a:spLocks noRot="1" noChangeAspect="1" noMove="1" noResize="1" noEditPoints="1" noAdjustHandles="1" noChangeArrowheads="1" noChangeShapeType="1" noTextEdit="1"/>
              </p:cNvSpPr>
              <p:nvPr/>
            </p:nvSpPr>
            <p:spPr>
              <a:xfrm>
                <a:off x="425911" y="4708194"/>
                <a:ext cx="8790914" cy="276999"/>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EBD33E7-A49E-6EBD-A7ED-A8E1CB0DF7EE}"/>
                  </a:ext>
                </a:extLst>
              </p:cNvPr>
              <p:cNvSpPr txBox="1"/>
              <p:nvPr/>
            </p:nvSpPr>
            <p:spPr>
              <a:xfrm>
                <a:off x="425911" y="5335761"/>
                <a:ext cx="1885889"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s-CO" sz="1200" b="0" i="1" smtClean="0">
                              <a:latin typeface="Cambria Math" panose="02040503050406030204" pitchFamily="18" charset="0"/>
                            </a:rPr>
                          </m:ctrlPr>
                        </m:dPr>
                        <m:e>
                          <m:r>
                            <a:rPr lang="es-CO" sz="1200" b="0" i="1" smtClean="0">
                              <a:latin typeface="Cambria Math" panose="02040503050406030204" pitchFamily="18" charset="0"/>
                            </a:rPr>
                            <m:t>1+</m:t>
                          </m:r>
                          <m:r>
                            <a:rPr lang="es-CO" sz="1200" b="0" i="1" smtClean="0">
                              <a:latin typeface="Cambria Math" panose="02040503050406030204" pitchFamily="18" charset="0"/>
                            </a:rPr>
                            <m:t>𝑖</m:t>
                          </m:r>
                        </m:e>
                      </m:d>
                      <m:r>
                        <a:rPr lang="es-CO" sz="1200" b="0" i="1" smtClean="0">
                          <a:latin typeface="Cambria Math" panose="02040503050406030204" pitchFamily="18" charset="0"/>
                        </a:rPr>
                        <m:t>=(1+</m:t>
                      </m:r>
                      <m:r>
                        <a:rPr lang="es-CO" sz="1200" b="0" i="1" smtClean="0">
                          <a:latin typeface="Cambria Math" panose="02040503050406030204" pitchFamily="18" charset="0"/>
                        </a:rPr>
                        <m:t>𝑓</m:t>
                      </m:r>
                      <m:r>
                        <a:rPr lang="es-CO" sz="1200" b="0" i="1" smtClean="0">
                          <a:latin typeface="Cambria Math" panose="02040503050406030204" pitchFamily="18" charset="0"/>
                        </a:rPr>
                        <m:t>)(1+</m:t>
                      </m:r>
                      <m:r>
                        <a:rPr lang="es-CO" sz="1200" b="0" i="1" smtClean="0">
                          <a:latin typeface="Cambria Math" panose="02040503050406030204" pitchFamily="18" charset="0"/>
                        </a:rPr>
                        <m:t>𝑟</m:t>
                      </m:r>
                      <m:r>
                        <a:rPr lang="es-CO" sz="1200" b="0" i="1" smtClean="0">
                          <a:latin typeface="Cambria Math" panose="02040503050406030204" pitchFamily="18" charset="0"/>
                        </a:rPr>
                        <m:t>)</m:t>
                      </m:r>
                    </m:oMath>
                  </m:oMathPara>
                </a14:m>
                <a:endParaRPr lang="es-CO" sz="1200" dirty="0"/>
              </a:p>
            </p:txBody>
          </p:sp>
        </mc:Choice>
        <mc:Fallback xmlns="">
          <p:sp>
            <p:nvSpPr>
              <p:cNvPr id="16" name="CuadroTexto 15">
                <a:extLst>
                  <a:ext uri="{FF2B5EF4-FFF2-40B4-BE49-F238E27FC236}">
                    <a16:creationId xmlns:a16="http://schemas.microsoft.com/office/drawing/2014/main" id="{1EBD33E7-A49E-6EBD-A7ED-A8E1CB0DF7EE}"/>
                  </a:ext>
                </a:extLst>
              </p:cNvPr>
              <p:cNvSpPr txBox="1">
                <a:spLocks noRot="1" noChangeAspect="1" noMove="1" noResize="1" noEditPoints="1" noAdjustHandles="1" noChangeArrowheads="1" noChangeShapeType="1" noTextEdit="1"/>
              </p:cNvSpPr>
              <p:nvPr/>
            </p:nvSpPr>
            <p:spPr>
              <a:xfrm>
                <a:off x="425911" y="5335761"/>
                <a:ext cx="1885889" cy="276999"/>
              </a:xfrm>
              <a:prstGeom prst="rect">
                <a:avLst/>
              </a:prstGeom>
              <a:blipFill>
                <a:blip r:embed="rId7"/>
                <a:stretch>
                  <a:fillRect b="-869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C6FB953-CF49-DA56-4057-63591E812309}"/>
                  </a:ext>
                </a:extLst>
              </p:cNvPr>
              <p:cNvSpPr txBox="1"/>
              <p:nvPr/>
            </p:nvSpPr>
            <p:spPr>
              <a:xfrm>
                <a:off x="425911" y="5745411"/>
                <a:ext cx="2030744" cy="4539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CO" sz="1200" b="0" i="1" smtClean="0">
                          <a:latin typeface="Cambria Math" panose="02040503050406030204" pitchFamily="18" charset="0"/>
                        </a:rPr>
                        <m:t>𝑓</m:t>
                      </m:r>
                      <m:r>
                        <a:rPr lang="es-CO" sz="1200" b="0" i="1" smtClean="0">
                          <a:latin typeface="Cambria Math" panose="02040503050406030204" pitchFamily="18" charset="0"/>
                        </a:rPr>
                        <m:t>= </m:t>
                      </m:r>
                      <m:f>
                        <m:fPr>
                          <m:ctrlPr>
                            <a:rPr lang="es-CO" sz="1200" b="0" i="1" smtClean="0">
                              <a:latin typeface="Cambria Math" panose="02040503050406030204" pitchFamily="18" charset="0"/>
                            </a:rPr>
                          </m:ctrlPr>
                        </m:fPr>
                        <m:num>
                          <m:r>
                            <a:rPr lang="es-CO" sz="1200" b="0" i="1" smtClean="0">
                              <a:latin typeface="Cambria Math" panose="02040503050406030204" pitchFamily="18" charset="0"/>
                            </a:rPr>
                            <m:t>3</m:t>
                          </m:r>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𝑓</m:t>
                              </m:r>
                            </m:e>
                            <m:sub>
                              <m:r>
                                <a:rPr lang="es-CO" sz="1200" b="0" i="1" smtClean="0">
                                  <a:latin typeface="Cambria Math" panose="02040503050406030204" pitchFamily="18" charset="0"/>
                                </a:rPr>
                                <m:t>𝐴</m:t>
                              </m:r>
                              <m:r>
                                <a:rPr lang="es-CO" sz="1200" b="0" i="1" smtClean="0">
                                  <a:latin typeface="Cambria Math" panose="02040503050406030204" pitchFamily="18" charset="0"/>
                                </a:rPr>
                                <m:t>−1</m:t>
                              </m:r>
                            </m:sub>
                          </m:sSub>
                          <m:r>
                            <a:rPr lang="es-CO" sz="1200" i="1">
                              <a:latin typeface="Cambria Math" panose="02040503050406030204" pitchFamily="18" charset="0"/>
                            </a:rPr>
                            <m:t>+</m:t>
                          </m:r>
                          <m:r>
                            <a:rPr lang="es-CO" sz="1200" b="0" i="1" smtClean="0">
                              <a:latin typeface="Cambria Math" panose="02040503050406030204" pitchFamily="18" charset="0"/>
                            </a:rPr>
                            <m:t>2</m:t>
                          </m:r>
                          <m:sSub>
                            <m:sSubPr>
                              <m:ctrlPr>
                                <a:rPr lang="es-CO" sz="1200" i="1">
                                  <a:latin typeface="Cambria Math" panose="02040503050406030204" pitchFamily="18" charset="0"/>
                                </a:rPr>
                              </m:ctrlPr>
                            </m:sSubPr>
                            <m:e>
                              <m:r>
                                <a:rPr lang="es-CO" sz="1200" i="1">
                                  <a:latin typeface="Cambria Math" panose="02040503050406030204" pitchFamily="18" charset="0"/>
                                </a:rPr>
                                <m:t>𝑓</m:t>
                              </m:r>
                            </m:e>
                            <m:sub>
                              <m:r>
                                <a:rPr lang="es-CO" sz="1200" i="1">
                                  <a:latin typeface="Cambria Math" panose="02040503050406030204" pitchFamily="18" charset="0"/>
                                </a:rPr>
                                <m:t>𝐴</m:t>
                              </m:r>
                              <m:r>
                                <a:rPr lang="es-CO" sz="1200" i="1">
                                  <a:latin typeface="Cambria Math" panose="02040503050406030204" pitchFamily="18" charset="0"/>
                                </a:rPr>
                                <m:t>−2</m:t>
                              </m:r>
                            </m:sub>
                          </m:sSub>
                          <m:r>
                            <a:rPr lang="es-CO" sz="1200" b="0" i="1" smtClean="0">
                              <a:latin typeface="Cambria Math" panose="02040503050406030204" pitchFamily="18" charset="0"/>
                            </a:rPr>
                            <m:t>+1</m:t>
                          </m:r>
                          <m:sSub>
                            <m:sSubPr>
                              <m:ctrlPr>
                                <a:rPr lang="es-CO" sz="1200" i="1" smtClean="0">
                                  <a:latin typeface="Cambria Math" panose="02040503050406030204" pitchFamily="18" charset="0"/>
                                </a:rPr>
                              </m:ctrlPr>
                            </m:sSubPr>
                            <m:e>
                              <m:r>
                                <a:rPr lang="es-CO" sz="1200" i="1">
                                  <a:latin typeface="Cambria Math" panose="02040503050406030204" pitchFamily="18" charset="0"/>
                                </a:rPr>
                                <m:t>𝑓</m:t>
                              </m:r>
                            </m:e>
                            <m:sub>
                              <m:r>
                                <a:rPr lang="es-CO" sz="1200" i="1">
                                  <a:latin typeface="Cambria Math" panose="02040503050406030204" pitchFamily="18" charset="0"/>
                                </a:rPr>
                                <m:t>𝐴</m:t>
                              </m:r>
                              <m:r>
                                <a:rPr lang="es-CO" sz="1200" i="1">
                                  <a:latin typeface="Cambria Math" panose="02040503050406030204" pitchFamily="18" charset="0"/>
                                </a:rPr>
                                <m:t>−3</m:t>
                              </m:r>
                            </m:sub>
                          </m:sSub>
                        </m:num>
                        <m:den>
                          <m:r>
                            <a:rPr lang="es-CO" sz="1200" b="0" i="1" smtClean="0">
                              <a:latin typeface="Cambria Math" panose="02040503050406030204" pitchFamily="18" charset="0"/>
                            </a:rPr>
                            <m:t>6</m:t>
                          </m:r>
                        </m:den>
                      </m:f>
                    </m:oMath>
                  </m:oMathPara>
                </a14:m>
                <a:endParaRPr lang="es-CO" sz="1200" dirty="0"/>
              </a:p>
            </p:txBody>
          </p:sp>
        </mc:Choice>
        <mc:Fallback xmlns="">
          <p:sp>
            <p:nvSpPr>
              <p:cNvPr id="17" name="CuadroTexto 16">
                <a:extLst>
                  <a:ext uri="{FF2B5EF4-FFF2-40B4-BE49-F238E27FC236}">
                    <a16:creationId xmlns:a16="http://schemas.microsoft.com/office/drawing/2014/main" id="{DC6FB953-CF49-DA56-4057-63591E812309}"/>
                  </a:ext>
                </a:extLst>
              </p:cNvPr>
              <p:cNvSpPr txBox="1">
                <a:spLocks noRot="1" noChangeAspect="1" noMove="1" noResize="1" noEditPoints="1" noAdjustHandles="1" noChangeArrowheads="1" noChangeShapeType="1" noTextEdit="1"/>
              </p:cNvSpPr>
              <p:nvPr/>
            </p:nvSpPr>
            <p:spPr>
              <a:xfrm>
                <a:off x="425911" y="5745411"/>
                <a:ext cx="2030744" cy="453970"/>
              </a:xfrm>
              <a:prstGeom prst="rect">
                <a:avLst/>
              </a:prstGeom>
              <a:blipFill>
                <a:blip r:embed="rId8"/>
                <a:stretch>
                  <a:fillRect/>
                </a:stretch>
              </a:blipFill>
            </p:spPr>
            <p:txBody>
              <a:bodyPr/>
              <a:lstStyle/>
              <a:p>
                <a:r>
                  <a:rPr lang="es-CO">
                    <a:noFill/>
                  </a:rPr>
                  <a:t> </a:t>
                </a:r>
              </a:p>
            </p:txBody>
          </p:sp>
        </mc:Fallback>
      </mc:AlternateContent>
      <p:sp>
        <p:nvSpPr>
          <p:cNvPr id="22" name="CuadroTexto 21">
            <a:extLst>
              <a:ext uri="{FF2B5EF4-FFF2-40B4-BE49-F238E27FC236}">
                <a16:creationId xmlns:a16="http://schemas.microsoft.com/office/drawing/2014/main" id="{34A93475-455F-7DA2-0DE0-5B55C0CC79ED}"/>
              </a:ext>
            </a:extLst>
          </p:cNvPr>
          <p:cNvSpPr txBox="1"/>
          <p:nvPr/>
        </p:nvSpPr>
        <p:spPr>
          <a:xfrm>
            <a:off x="6561041" y="4726508"/>
            <a:ext cx="839012" cy="276999"/>
          </a:xfrm>
          <a:prstGeom prst="rect">
            <a:avLst/>
          </a:prstGeom>
          <a:noFill/>
        </p:spPr>
        <p:txBody>
          <a:bodyPr wrap="none" rtlCol="0">
            <a:spAutoFit/>
          </a:bodyPr>
          <a:lstStyle/>
          <a:p>
            <a:r>
              <a:rPr lang="es-CO" sz="1200" b="1" dirty="0"/>
              <a:t>Cobertura</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FABDC9A4-62A6-4942-4578-D99175C50B2B}"/>
                  </a:ext>
                </a:extLst>
              </p:cNvPr>
              <p:cNvSpPr txBox="1"/>
              <p:nvPr/>
            </p:nvSpPr>
            <p:spPr>
              <a:xfrm>
                <a:off x="425911" y="3560809"/>
                <a:ext cx="8899556"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CO" sz="1200" b="0" i="1" smtClean="0">
                              <a:latin typeface="Cambria Math" panose="02040503050406030204" pitchFamily="18" charset="0"/>
                            </a:rPr>
                          </m:ctrlPr>
                        </m:sSubPr>
                        <m:e>
                          <m:r>
                            <a:rPr lang="es-CO" sz="1200" b="0" i="1" smtClean="0">
                              <a:latin typeface="Cambria Math" panose="02040503050406030204" pitchFamily="18" charset="0"/>
                            </a:rPr>
                            <m:t>𝑅</m:t>
                          </m:r>
                        </m:e>
                        <m:sub>
                          <m:r>
                            <a:rPr lang="es-MX" sz="1200" b="0" i="1" smtClean="0">
                              <a:latin typeface="Cambria Math" panose="02040503050406030204" pitchFamily="18" charset="0"/>
                            </a:rPr>
                            <m:t>0</m:t>
                          </m:r>
                        </m:sub>
                      </m:sSub>
                      <m:d>
                        <m:dPr>
                          <m:ctrlPr>
                            <a:rPr lang="es-CO" sz="1200" b="0" i="1" smtClean="0">
                              <a:latin typeface="Cambria Math" panose="02040503050406030204" pitchFamily="18" charset="0"/>
                            </a:rPr>
                          </m:ctrlPr>
                        </m:dPr>
                        <m:e>
                          <m:r>
                            <a:rPr lang="es-CO" sz="1200" b="0" i="1" smtClean="0">
                              <a:latin typeface="Cambria Math" panose="02040503050406030204" pitchFamily="18" charset="0"/>
                            </a:rPr>
                            <m:t>𝐴</m:t>
                          </m:r>
                        </m:e>
                      </m:d>
                      <m:r>
                        <a:rPr lang="es-CO" sz="1200" b="0" i="1" smtClean="0">
                          <a:latin typeface="Cambria Math" panose="02040503050406030204" pitchFamily="18" charset="0"/>
                        </a:rPr>
                        <m:t>=</m:t>
                      </m:r>
                      <m:r>
                        <a:rPr lang="es-CO" sz="1200" i="1">
                          <a:latin typeface="Cambria Math" panose="02040503050406030204" pitchFamily="18" charset="0"/>
                        </a:rPr>
                        <m:t>𝑉𝐴</m:t>
                      </m:r>
                      <m:d>
                        <m:dPr>
                          <m:begChr m:val="["/>
                          <m:endChr m:val="]"/>
                          <m:ctrlPr>
                            <a:rPr lang="es-CO" sz="1200" i="1">
                              <a:latin typeface="Cambria Math" panose="02040503050406030204" pitchFamily="18" charset="0"/>
                            </a:rPr>
                          </m:ctrlPr>
                        </m:dPr>
                        <m:e>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r>
                            <a:rPr lang="es-CO" sz="1200" i="1">
                              <a:latin typeface="Cambria Math" panose="02040503050406030204" pitchFamily="18" charset="0"/>
                            </a:rPr>
                            <m:t>,</m:t>
                          </m:r>
                          <m:r>
                            <a:rPr lang="es-CO" sz="1200" i="1">
                              <a:latin typeface="Cambria Math" panose="02040503050406030204" pitchFamily="18" charset="0"/>
                            </a:rPr>
                            <m:t>𝑆𝑀</m:t>
                          </m:r>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e>
                      </m:d>
                      <m:r>
                        <a:rPr lang="es-CO" sz="1200" i="1">
                          <a:latin typeface="Cambria Math" panose="02040503050406030204" pitchFamily="18" charset="0"/>
                        </a:rPr>
                        <m:t>+</m:t>
                      </m:r>
                      <m:r>
                        <a:rPr lang="es-CO" sz="1200" i="1">
                          <a:latin typeface="Cambria Math" panose="02040503050406030204" pitchFamily="18" charset="0"/>
                        </a:rPr>
                        <m:t>𝐴𝐹</m:t>
                      </m:r>
                      <m:d>
                        <m:dPr>
                          <m:begChr m:val="["/>
                          <m:endChr m:val="]"/>
                          <m:ctrlPr>
                            <a:rPr lang="es-CO" sz="1200" i="1">
                              <a:latin typeface="Cambria Math" panose="02040503050406030204" pitchFamily="18" charset="0"/>
                            </a:rPr>
                          </m:ctrlPr>
                        </m:dPr>
                        <m:e>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r>
                            <a:rPr lang="es-CO" sz="1200" i="1">
                              <a:latin typeface="Cambria Math" panose="02040503050406030204" pitchFamily="18" charset="0"/>
                            </a:rPr>
                            <m:t>,</m:t>
                          </m:r>
                          <m:r>
                            <a:rPr lang="es-CO" sz="1200" i="1">
                              <a:latin typeface="Cambria Math" panose="02040503050406030204" pitchFamily="18" charset="0"/>
                            </a:rPr>
                            <m:t>𝑆𝑀</m:t>
                          </m:r>
                          <m:sSub>
                            <m:sSubPr>
                              <m:ctrlPr>
                                <a:rPr lang="es-CO" sz="1200" i="1">
                                  <a:latin typeface="Cambria Math" panose="02040503050406030204" pitchFamily="18" charset="0"/>
                                </a:rPr>
                              </m:ctrlPr>
                            </m:sSubPr>
                            <m:e>
                              <m:r>
                                <a:rPr lang="es-CO" sz="1200" i="1">
                                  <a:latin typeface="Cambria Math" panose="02040503050406030204" pitchFamily="18" charset="0"/>
                                </a:rPr>
                                <m:t>𝑀</m:t>
                              </m:r>
                            </m:e>
                            <m:sub>
                              <m:r>
                                <a:rPr lang="es-CO" sz="1200" i="1">
                                  <a:latin typeface="Cambria Math" panose="02040503050406030204" pitchFamily="18" charset="0"/>
                                </a:rPr>
                                <m:t>𝐴</m:t>
                              </m:r>
                            </m:sub>
                          </m:sSub>
                        </m:e>
                      </m:d>
                      <m:r>
                        <a:rPr lang="es-MX" sz="1200" b="0" i="1" smtClean="0">
                          <a:latin typeface="Cambria Math" panose="02040503050406030204" pitchFamily="18" charset="0"/>
                        </a:rPr>
                        <m:t> </m:t>
                      </m:r>
                      <m:r>
                        <a:rPr lang="es-MX" sz="1200" b="0" i="1" smtClean="0">
                          <a:latin typeface="Cambria Math" panose="02040503050406030204" pitchFamily="18" charset="0"/>
                          <a:ea typeface="Cambria Math" panose="02040503050406030204" pitchFamily="18" charset="0"/>
                        </a:rPr>
                        <m:t>𝑑𝑜𝑛𝑑𝑒</m:t>
                      </m:r>
                      <m:r>
                        <a:rPr lang="es-MX" sz="1200" b="0" i="1" smtClean="0">
                          <a:latin typeface="Cambria Math" panose="02040503050406030204" pitchFamily="18" charset="0"/>
                          <a:ea typeface="Cambria Math" panose="02040503050406030204" pitchFamily="18" charset="0"/>
                        </a:rPr>
                        <m:t> ∆=0</m:t>
                      </m:r>
                    </m:oMath>
                  </m:oMathPara>
                </a14:m>
                <a:endParaRPr lang="es-CO" sz="1200" dirty="0"/>
              </a:p>
            </p:txBody>
          </p:sp>
        </mc:Choice>
        <mc:Fallback xmlns="">
          <p:sp>
            <p:nvSpPr>
              <p:cNvPr id="18" name="CuadroTexto 17">
                <a:extLst>
                  <a:ext uri="{FF2B5EF4-FFF2-40B4-BE49-F238E27FC236}">
                    <a16:creationId xmlns:a16="http://schemas.microsoft.com/office/drawing/2014/main" id="{FABDC9A4-62A6-4942-4578-D99175C50B2B}"/>
                  </a:ext>
                </a:extLst>
              </p:cNvPr>
              <p:cNvSpPr txBox="1">
                <a:spLocks noRot="1" noChangeAspect="1" noMove="1" noResize="1" noEditPoints="1" noAdjustHandles="1" noChangeArrowheads="1" noChangeShapeType="1" noTextEdit="1"/>
              </p:cNvSpPr>
              <p:nvPr/>
            </p:nvSpPr>
            <p:spPr>
              <a:xfrm>
                <a:off x="425911" y="3560809"/>
                <a:ext cx="8899556" cy="276999"/>
              </a:xfrm>
              <a:prstGeom prst="rect">
                <a:avLst/>
              </a:prstGeom>
              <a:blipFill>
                <a:blip r:embed="rId9"/>
                <a:stretch>
                  <a:fillRect/>
                </a:stretch>
              </a:blipFill>
            </p:spPr>
            <p:txBody>
              <a:bodyPr/>
              <a:lstStyle/>
              <a:p>
                <a:r>
                  <a:rPr lang="es-CO">
                    <a:noFill/>
                  </a:rPr>
                  <a:t> </a:t>
                </a:r>
              </a:p>
            </p:txBody>
          </p:sp>
        </mc:Fallback>
      </mc:AlternateContent>
      <p:sp>
        <p:nvSpPr>
          <p:cNvPr id="23" name="CuadroTexto 22">
            <a:extLst>
              <a:ext uri="{FF2B5EF4-FFF2-40B4-BE49-F238E27FC236}">
                <a16:creationId xmlns:a16="http://schemas.microsoft.com/office/drawing/2014/main" id="{237EC6FB-3A63-4070-DDBE-064B43454D09}"/>
              </a:ext>
            </a:extLst>
          </p:cNvPr>
          <p:cNvSpPr txBox="1"/>
          <p:nvPr/>
        </p:nvSpPr>
        <p:spPr>
          <a:xfrm>
            <a:off x="6592075" y="3519882"/>
            <a:ext cx="2189317" cy="276999"/>
          </a:xfrm>
          <a:prstGeom prst="rect">
            <a:avLst/>
          </a:prstGeom>
          <a:noFill/>
        </p:spPr>
        <p:txBody>
          <a:bodyPr wrap="none" rtlCol="0">
            <a:spAutoFit/>
          </a:bodyPr>
          <a:lstStyle/>
          <a:p>
            <a:r>
              <a:rPr lang="es-CO" sz="1200" b="1" dirty="0"/>
              <a:t>Cálculo base sin deslizamiento</a:t>
            </a:r>
          </a:p>
        </p:txBody>
      </p:sp>
      <p:cxnSp>
        <p:nvCxnSpPr>
          <p:cNvPr id="34" name="Conector: angular 33">
            <a:extLst>
              <a:ext uri="{FF2B5EF4-FFF2-40B4-BE49-F238E27FC236}">
                <a16:creationId xmlns:a16="http://schemas.microsoft.com/office/drawing/2014/main" id="{2EA0D52A-8D1E-7532-E080-212796196FC8}"/>
              </a:ext>
            </a:extLst>
          </p:cNvPr>
          <p:cNvCxnSpPr>
            <a:cxnSpLocks/>
            <a:stCxn id="16" idx="1"/>
          </p:cNvCxnSpPr>
          <p:nvPr/>
        </p:nvCxnSpPr>
        <p:spPr>
          <a:xfrm rot="10800000" flipH="1">
            <a:off x="425910" y="2915219"/>
            <a:ext cx="5941707" cy="2559043"/>
          </a:xfrm>
          <a:prstGeom prst="bentConnector3">
            <a:avLst>
              <a:gd name="adj1" fmla="val -384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ángulo 35">
            <a:extLst>
              <a:ext uri="{FF2B5EF4-FFF2-40B4-BE49-F238E27FC236}">
                <a16:creationId xmlns:a16="http://schemas.microsoft.com/office/drawing/2014/main" id="{6BAEF266-B95C-3832-D473-832A7DC603AE}"/>
              </a:ext>
            </a:extLst>
          </p:cNvPr>
          <p:cNvSpPr/>
          <p:nvPr/>
        </p:nvSpPr>
        <p:spPr>
          <a:xfrm>
            <a:off x="4371142" y="2492161"/>
            <a:ext cx="842278" cy="358031"/>
          </a:xfrm>
          <a:prstGeom prst="rect">
            <a:avLst/>
          </a:prstGeom>
          <a:noFill/>
          <a:ln w="3175">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953A637-A2FC-4675-03BD-4239B43FF36F}"/>
              </a:ext>
            </a:extLst>
          </p:cNvPr>
          <p:cNvSpPr/>
          <p:nvPr/>
        </p:nvSpPr>
        <p:spPr>
          <a:xfrm>
            <a:off x="6592075" y="5337853"/>
            <a:ext cx="3231704" cy="1076188"/>
          </a:xfrm>
          <a:prstGeom prst="rect">
            <a:avLst/>
          </a:prstGeom>
          <a:solidFill>
            <a:schemeClr val="accent1">
              <a:lumMod val="20000"/>
              <a:lumOff val="80000"/>
            </a:schemeClr>
          </a:solidFill>
          <a:ln>
            <a:solidFill>
              <a:schemeClr val="accent1">
                <a:lumMod val="20000"/>
                <a:lumOff val="80000"/>
              </a:schemeClr>
            </a:solidFill>
          </a:ln>
        </p:spPr>
        <p:style>
          <a:lnRef idx="0">
            <a:scrgbClr r="0" g="0" b="0"/>
          </a:lnRef>
          <a:fillRef idx="0">
            <a:scrgbClr r="0" g="0" b="0"/>
          </a:fillRef>
          <a:effectRef idx="0">
            <a:scrgbClr r="0" g="0" b="0"/>
          </a:effectRef>
          <a:fontRef idx="minor">
            <a:schemeClr val="dk1"/>
          </a:fontRef>
        </p:style>
        <p:txBody>
          <a:bodyPr rtlCol="0" anchor="t"/>
          <a:lstStyle/>
          <a:p>
            <a:pPr algn="ctr"/>
            <a:endParaRPr lang="es-CO" sz="1350" dirty="0">
              <a:ln w="0"/>
              <a:solidFill>
                <a:schemeClr val="tx1"/>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984C16E-BC76-D094-8177-13E086D03801}"/>
                  </a:ext>
                </a:extLst>
              </p:cNvPr>
              <p:cNvSpPr txBox="1"/>
              <p:nvPr/>
            </p:nvSpPr>
            <p:spPr>
              <a:xfrm>
                <a:off x="6561040" y="5272846"/>
                <a:ext cx="62468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1800" i="1" smtClean="0">
                          <a:latin typeface="Cambria Math" panose="02040503050406030204" pitchFamily="18" charset="0"/>
                          <a:ea typeface="Cambria Math" panose="02040503050406030204" pitchFamily="18" charset="0"/>
                        </a:rPr>
                        <m:t>𝑟</m:t>
                      </m:r>
                    </m:oMath>
                  </m:oMathPara>
                </a14:m>
                <a:endParaRPr lang="es-CO" dirty="0"/>
              </a:p>
            </p:txBody>
          </p:sp>
        </mc:Choice>
        <mc:Fallback xmlns="">
          <p:sp>
            <p:nvSpPr>
              <p:cNvPr id="12" name="CuadroTexto 11">
                <a:extLst>
                  <a:ext uri="{FF2B5EF4-FFF2-40B4-BE49-F238E27FC236}">
                    <a16:creationId xmlns:a16="http://schemas.microsoft.com/office/drawing/2014/main" id="{7984C16E-BC76-D094-8177-13E086D03801}"/>
                  </a:ext>
                </a:extLst>
              </p:cNvPr>
              <p:cNvSpPr txBox="1">
                <a:spLocks noRot="1" noChangeAspect="1" noMove="1" noResize="1" noEditPoints="1" noAdjustHandles="1" noChangeArrowheads="1" noChangeShapeType="1" noTextEdit="1"/>
              </p:cNvSpPr>
              <p:nvPr/>
            </p:nvSpPr>
            <p:spPr>
              <a:xfrm>
                <a:off x="6561040" y="5272846"/>
                <a:ext cx="624689" cy="369332"/>
              </a:xfrm>
              <a:prstGeom prst="rect">
                <a:avLst/>
              </a:prstGeom>
              <a:blipFill>
                <a:blip r:embed="rId10"/>
                <a:stretch>
                  <a:fillRect/>
                </a:stretch>
              </a:blipFill>
            </p:spPr>
            <p:txBody>
              <a:bodyPr/>
              <a:lstStyle/>
              <a:p>
                <a:r>
                  <a:rPr lang="es-CO">
                    <a:noFill/>
                  </a:rPr>
                  <a:t> </a:t>
                </a:r>
              </a:p>
            </p:txBody>
          </p:sp>
        </mc:Fallback>
      </mc:AlternateContent>
      <p:sp>
        <p:nvSpPr>
          <p:cNvPr id="13" name="CuadroTexto 12">
            <a:extLst>
              <a:ext uri="{FF2B5EF4-FFF2-40B4-BE49-F238E27FC236}">
                <a16:creationId xmlns:a16="http://schemas.microsoft.com/office/drawing/2014/main" id="{A5F142D1-4FF8-727B-D97D-D38816C60B22}"/>
              </a:ext>
            </a:extLst>
          </p:cNvPr>
          <p:cNvSpPr txBox="1"/>
          <p:nvPr/>
        </p:nvSpPr>
        <p:spPr>
          <a:xfrm>
            <a:off x="7805859" y="5344685"/>
            <a:ext cx="2017919" cy="276999"/>
          </a:xfrm>
          <a:prstGeom prst="rect">
            <a:avLst/>
          </a:prstGeom>
          <a:noFill/>
        </p:spPr>
        <p:txBody>
          <a:bodyPr wrap="square" rtlCol="0">
            <a:spAutoFit/>
          </a:bodyPr>
          <a:lstStyle/>
          <a:p>
            <a:r>
              <a:rPr lang="es-MX" sz="1200" b="1" dirty="0"/>
              <a:t>Interés técnico</a:t>
            </a:r>
            <a:endParaRPr lang="es-CO" sz="1200" b="1" dirty="0"/>
          </a:p>
        </p:txBody>
      </p:sp>
      <p:sp>
        <p:nvSpPr>
          <p:cNvPr id="14" name="CuadroTexto 13">
            <a:extLst>
              <a:ext uri="{FF2B5EF4-FFF2-40B4-BE49-F238E27FC236}">
                <a16:creationId xmlns:a16="http://schemas.microsoft.com/office/drawing/2014/main" id="{D1DBFD3C-C8AE-13AA-C33D-443CE74C941E}"/>
              </a:ext>
            </a:extLst>
          </p:cNvPr>
          <p:cNvSpPr txBox="1"/>
          <p:nvPr/>
        </p:nvSpPr>
        <p:spPr>
          <a:xfrm>
            <a:off x="7805860" y="5650604"/>
            <a:ext cx="2017918" cy="276999"/>
          </a:xfrm>
          <a:prstGeom prst="rect">
            <a:avLst/>
          </a:prstGeom>
          <a:noFill/>
        </p:spPr>
        <p:txBody>
          <a:bodyPr wrap="square" rtlCol="0">
            <a:spAutoFit/>
          </a:bodyPr>
          <a:lstStyle/>
          <a:p>
            <a:r>
              <a:rPr lang="es-MX" sz="1200" b="1" dirty="0"/>
              <a:t>Tasa de factor de seguridad</a:t>
            </a:r>
            <a:endParaRPr lang="es-CO" sz="1200" b="1" dirty="0"/>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1AC1CFC7-CA2B-8FDD-D550-C03A9FE91BD6}"/>
                  </a:ext>
                </a:extLst>
              </p:cNvPr>
              <p:cNvSpPr txBox="1"/>
              <p:nvPr/>
            </p:nvSpPr>
            <p:spPr>
              <a:xfrm>
                <a:off x="6561038" y="5579352"/>
                <a:ext cx="62468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𝜇</m:t>
                      </m:r>
                    </m:oMath>
                  </m:oMathPara>
                </a14:m>
                <a:endParaRPr lang="es-CO" dirty="0"/>
              </a:p>
            </p:txBody>
          </p:sp>
        </mc:Choice>
        <mc:Fallback xmlns="">
          <p:sp>
            <p:nvSpPr>
              <p:cNvPr id="24" name="CuadroTexto 23">
                <a:extLst>
                  <a:ext uri="{FF2B5EF4-FFF2-40B4-BE49-F238E27FC236}">
                    <a16:creationId xmlns:a16="http://schemas.microsoft.com/office/drawing/2014/main" id="{1AC1CFC7-CA2B-8FDD-D550-C03A9FE91BD6}"/>
                  </a:ext>
                </a:extLst>
              </p:cNvPr>
              <p:cNvSpPr txBox="1">
                <a:spLocks noRot="1" noChangeAspect="1" noMove="1" noResize="1" noEditPoints="1" noAdjustHandles="1" noChangeArrowheads="1" noChangeShapeType="1" noTextEdit="1"/>
              </p:cNvSpPr>
              <p:nvPr/>
            </p:nvSpPr>
            <p:spPr>
              <a:xfrm>
                <a:off x="6561038" y="5579352"/>
                <a:ext cx="624689" cy="369332"/>
              </a:xfrm>
              <a:prstGeom prst="rect">
                <a:avLst/>
              </a:prstGeom>
              <a:blipFill>
                <a:blip r:embed="rId11"/>
                <a:stretch>
                  <a:fillRect b="-4918"/>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0596C4FD-F353-0886-59EB-BD09B40CBF65}"/>
                  </a:ext>
                </a:extLst>
              </p:cNvPr>
              <p:cNvSpPr txBox="1"/>
              <p:nvPr/>
            </p:nvSpPr>
            <p:spPr>
              <a:xfrm>
                <a:off x="6623109" y="6044249"/>
                <a:ext cx="4205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sz="1800"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30" name="CuadroTexto 29">
                <a:extLst>
                  <a:ext uri="{FF2B5EF4-FFF2-40B4-BE49-F238E27FC236}">
                    <a16:creationId xmlns:a16="http://schemas.microsoft.com/office/drawing/2014/main" id="{0596C4FD-F353-0886-59EB-BD09B40CBF65}"/>
                  </a:ext>
                </a:extLst>
              </p:cNvPr>
              <p:cNvSpPr txBox="1">
                <a:spLocks noRot="1" noChangeAspect="1" noMove="1" noResize="1" noEditPoints="1" noAdjustHandles="1" noChangeArrowheads="1" noChangeShapeType="1" noTextEdit="1"/>
              </p:cNvSpPr>
              <p:nvPr/>
            </p:nvSpPr>
            <p:spPr>
              <a:xfrm>
                <a:off x="6623109" y="6044249"/>
                <a:ext cx="420513" cy="369332"/>
              </a:xfrm>
              <a:prstGeom prst="rect">
                <a:avLst/>
              </a:prstGeom>
              <a:blipFill>
                <a:blip r:embed="rId12"/>
                <a:stretch>
                  <a:fillRect/>
                </a:stretch>
              </a:blipFill>
            </p:spPr>
            <p:txBody>
              <a:bodyPr/>
              <a:lstStyle/>
              <a:p>
                <a:r>
                  <a:rPr lang="es-CO">
                    <a:noFill/>
                  </a:rPr>
                  <a:t> </a:t>
                </a:r>
              </a:p>
            </p:txBody>
          </p:sp>
        </mc:Fallback>
      </mc:AlternateContent>
      <p:sp>
        <p:nvSpPr>
          <p:cNvPr id="31" name="CuadroTexto 30">
            <a:extLst>
              <a:ext uri="{FF2B5EF4-FFF2-40B4-BE49-F238E27FC236}">
                <a16:creationId xmlns:a16="http://schemas.microsoft.com/office/drawing/2014/main" id="{1409698A-F2B1-5C51-0A0E-83FEDFD80464}"/>
              </a:ext>
            </a:extLst>
          </p:cNvPr>
          <p:cNvSpPr txBox="1"/>
          <p:nvPr/>
        </p:nvSpPr>
        <p:spPr>
          <a:xfrm>
            <a:off x="7805859" y="6136582"/>
            <a:ext cx="2082260" cy="276999"/>
          </a:xfrm>
          <a:prstGeom prst="rect">
            <a:avLst/>
          </a:prstGeom>
          <a:noFill/>
        </p:spPr>
        <p:txBody>
          <a:bodyPr wrap="square" rtlCol="0">
            <a:spAutoFit/>
          </a:bodyPr>
          <a:lstStyle/>
          <a:p>
            <a:r>
              <a:rPr lang="es-MX" sz="1200" b="1" dirty="0"/>
              <a:t>Factor de productividad</a:t>
            </a:r>
            <a:endParaRPr lang="es-CO" sz="1200" b="1" dirty="0"/>
          </a:p>
        </p:txBody>
      </p:sp>
      <p:sp>
        <p:nvSpPr>
          <p:cNvPr id="3" name="Rectángulo 2">
            <a:extLst>
              <a:ext uri="{FF2B5EF4-FFF2-40B4-BE49-F238E27FC236}">
                <a16:creationId xmlns:a16="http://schemas.microsoft.com/office/drawing/2014/main" id="{EE43894D-C087-33EF-41C2-CD24CC585B1C}"/>
              </a:ext>
            </a:extLst>
          </p:cNvPr>
          <p:cNvSpPr/>
          <p:nvPr/>
        </p:nvSpPr>
        <p:spPr>
          <a:xfrm>
            <a:off x="479601" y="3497069"/>
            <a:ext cx="3621024" cy="393442"/>
          </a:xfrm>
          <a:prstGeom prst="rect">
            <a:avLst/>
          </a:prstGeom>
          <a:noFill/>
          <a:ln>
            <a:prstDash val="sysDot"/>
          </a:ln>
        </p:spPr>
        <p:style>
          <a:lnRef idx="2">
            <a:schemeClr val="accent5"/>
          </a:lnRef>
          <a:fillRef idx="1">
            <a:schemeClr val="lt1"/>
          </a:fillRef>
          <a:effectRef idx="0">
            <a:schemeClr val="accent5"/>
          </a:effectRef>
          <a:fontRef idx="minor">
            <a:schemeClr val="dk1"/>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sp>
        <p:nvSpPr>
          <p:cNvPr id="29" name="Título 1">
            <a:extLst>
              <a:ext uri="{FF2B5EF4-FFF2-40B4-BE49-F238E27FC236}">
                <a16:creationId xmlns:a16="http://schemas.microsoft.com/office/drawing/2014/main" id="{3A9D2C94-49D7-08CD-1ABE-2882971FDBBA}"/>
              </a:ext>
            </a:extLst>
          </p:cNvPr>
          <p:cNvSpPr txBox="1">
            <a:spLocks/>
          </p:cNvSpPr>
          <p:nvPr/>
        </p:nvSpPr>
        <p:spPr>
          <a:xfrm>
            <a:off x="8513855" y="1151190"/>
            <a:ext cx="3442288" cy="2114522"/>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400" dirty="0">
                <a:solidFill>
                  <a:srgbClr val="215968"/>
                </a:solidFill>
                <a:ea typeface="ＭＳ Ｐゴシック" pitchFamily="-84" charset="-128"/>
              </a:rPr>
              <a:t>Supuestos</a:t>
            </a:r>
          </a:p>
          <a:p>
            <a:pPr marL="342900" indent="-342900" algn="just">
              <a:buFont typeface="Arial" panose="020B0604020202020204" pitchFamily="34" charset="0"/>
              <a:buChar char="•"/>
            </a:pPr>
            <a:endParaRPr lang="es-MX" altLang="es-CO" sz="1600" dirty="0">
              <a:solidFill>
                <a:schemeClr val="bg1">
                  <a:lumMod val="50000"/>
                </a:schemeClr>
              </a:solidFill>
              <a:ea typeface="ＭＳ Ｐゴシック" pitchFamily="-84" charset="-128"/>
            </a:endParaRPr>
          </a:p>
          <a:p>
            <a:pPr marL="342900" indent="-342900" algn="just">
              <a:buFont typeface="Arial" panose="020B0604020202020204" pitchFamily="34" charset="0"/>
              <a:buChar char="•"/>
            </a:pPr>
            <a:r>
              <a:rPr lang="es-MX" altLang="es-CO" sz="1600" dirty="0">
                <a:solidFill>
                  <a:schemeClr val="bg1">
                    <a:lumMod val="50000"/>
                  </a:schemeClr>
                </a:solidFill>
                <a:ea typeface="ＭＳ Ｐゴシック" pitchFamily="-84" charset="-128"/>
              </a:rPr>
              <a:t>Se ajusta las mesadas con IPC y las menores a 1 SM se aumentan a SMLV.</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Tabla de mortalidad sin Mejoras.</a:t>
            </a:r>
          </a:p>
          <a:p>
            <a:pPr marL="342900" indent="-342900" algn="just">
              <a:buFont typeface="Arial" panose="020B0604020202020204" pitchFamily="34" charset="0"/>
              <a:buChar char="•"/>
            </a:pPr>
            <a:r>
              <a:rPr lang="es-ES_tradnl" altLang="es-CO" sz="1600" dirty="0">
                <a:solidFill>
                  <a:schemeClr val="bg1">
                    <a:lumMod val="50000"/>
                  </a:schemeClr>
                </a:solidFill>
                <a:ea typeface="ＭＳ Ｐゴシック" pitchFamily="-84" charset="-128"/>
              </a:rPr>
              <a:t>Factor de gastos no son aplicados a mesadas</a:t>
            </a:r>
            <a:endParaRPr lang="es-ES_tradnl" altLang="es-CO" sz="2400" dirty="0">
              <a:solidFill>
                <a:schemeClr val="bg1">
                  <a:lumMod val="50000"/>
                </a:schemeClr>
              </a:solidFill>
              <a:ea typeface="ＭＳ Ｐゴシック" pitchFamily="-84" charset="-128"/>
            </a:endParaRPr>
          </a:p>
          <a:p>
            <a:pPr algn="ctr"/>
            <a:endParaRPr lang="es-ES_tradnl" altLang="es-CO" sz="2400" dirty="0">
              <a:solidFill>
                <a:srgbClr val="215968"/>
              </a:solidFill>
              <a:ea typeface="ＭＳ Ｐゴシック" pitchFamily="-84" charset="-128"/>
            </a:endParaRPr>
          </a:p>
        </p:txBody>
      </p:sp>
      <p:sp>
        <p:nvSpPr>
          <p:cNvPr id="25" name="Google Shape;734;p47">
            <a:extLst>
              <a:ext uri="{FF2B5EF4-FFF2-40B4-BE49-F238E27FC236}">
                <a16:creationId xmlns:a16="http://schemas.microsoft.com/office/drawing/2014/main" id="{0EEA09D7-C149-FF62-7A36-0A328C4A481A}"/>
              </a:ext>
            </a:extLst>
          </p:cNvPr>
          <p:cNvSpPr/>
          <p:nvPr/>
        </p:nvSpPr>
        <p:spPr>
          <a:xfrm>
            <a:off x="8389397" y="987556"/>
            <a:ext cx="3650203" cy="2071207"/>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26" name="Google Shape;740;p47">
            <a:extLst>
              <a:ext uri="{FF2B5EF4-FFF2-40B4-BE49-F238E27FC236}">
                <a16:creationId xmlns:a16="http://schemas.microsoft.com/office/drawing/2014/main" id="{E8E9E178-A572-5437-0750-CA5225563B5D}"/>
              </a:ext>
            </a:extLst>
          </p:cNvPr>
          <p:cNvSpPr/>
          <p:nvPr/>
        </p:nvSpPr>
        <p:spPr>
          <a:xfrm>
            <a:off x="9036206" y="1034877"/>
            <a:ext cx="2307389" cy="460824"/>
          </a:xfrm>
          <a:prstGeom prst="rect">
            <a:avLst/>
          </a:prstGeom>
          <a:noFill/>
          <a:ln w="9525" cap="flat" cmpd="sng">
            <a:solidFill>
              <a:srgbClr val="02848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lang="es-CO" sz="1400" b="1" i="0" u="none" strike="noStrike" cap="none" dirty="0">
              <a:solidFill>
                <a:srgbClr val="666666"/>
              </a:solidFill>
              <a:latin typeface="Franklin Gothic Book" panose="020B0503020102020204" pitchFamily="34" charset="0"/>
              <a:ea typeface="Lato"/>
              <a:cs typeface="Lato"/>
              <a:sym typeface="Lato"/>
            </a:endParaRPr>
          </a:p>
        </p:txBody>
      </p:sp>
      <p:sp>
        <p:nvSpPr>
          <p:cNvPr id="27" name="Google Shape;734;p47">
            <a:extLst>
              <a:ext uri="{FF2B5EF4-FFF2-40B4-BE49-F238E27FC236}">
                <a16:creationId xmlns:a16="http://schemas.microsoft.com/office/drawing/2014/main" id="{6A030D49-5FC4-27A7-39EC-2F955CDA9B67}"/>
              </a:ext>
            </a:extLst>
          </p:cNvPr>
          <p:cNvSpPr/>
          <p:nvPr/>
        </p:nvSpPr>
        <p:spPr>
          <a:xfrm>
            <a:off x="6572491" y="3423891"/>
            <a:ext cx="3251287" cy="1579616"/>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28" name="Google Shape;734;p47">
            <a:extLst>
              <a:ext uri="{FF2B5EF4-FFF2-40B4-BE49-F238E27FC236}">
                <a16:creationId xmlns:a16="http://schemas.microsoft.com/office/drawing/2014/main" id="{256D7F40-E7DA-2C67-8B8B-F63EF8350B4B}"/>
              </a:ext>
            </a:extLst>
          </p:cNvPr>
          <p:cNvSpPr/>
          <p:nvPr/>
        </p:nvSpPr>
        <p:spPr>
          <a:xfrm>
            <a:off x="415261" y="3423892"/>
            <a:ext cx="5952356" cy="1579616"/>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32" name="Google Shape;734;p47">
            <a:extLst>
              <a:ext uri="{FF2B5EF4-FFF2-40B4-BE49-F238E27FC236}">
                <a16:creationId xmlns:a16="http://schemas.microsoft.com/office/drawing/2014/main" id="{44993ADD-F811-D0BA-6767-9AD0280FA979}"/>
              </a:ext>
            </a:extLst>
          </p:cNvPr>
          <p:cNvSpPr/>
          <p:nvPr/>
        </p:nvSpPr>
        <p:spPr>
          <a:xfrm>
            <a:off x="409152" y="5251011"/>
            <a:ext cx="2047504" cy="1076188"/>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
        <p:nvSpPr>
          <p:cNvPr id="33" name="Google Shape;734;p47">
            <a:extLst>
              <a:ext uri="{FF2B5EF4-FFF2-40B4-BE49-F238E27FC236}">
                <a16:creationId xmlns:a16="http://schemas.microsoft.com/office/drawing/2014/main" id="{F699E7B9-53DD-AADC-9184-F9794249BF33}"/>
              </a:ext>
            </a:extLst>
          </p:cNvPr>
          <p:cNvSpPr/>
          <p:nvPr/>
        </p:nvSpPr>
        <p:spPr>
          <a:xfrm>
            <a:off x="6592075" y="5332533"/>
            <a:ext cx="3251287" cy="1076189"/>
          </a:xfrm>
          <a:prstGeom prst="rect">
            <a:avLst/>
          </a:prstGeom>
          <a:noFill/>
          <a:ln w="9525" cap="flat" cmpd="sng">
            <a:solidFill>
              <a:srgbClr val="666666"/>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MX" sz="1400" i="0" u="none" strike="noStrike" cap="none" dirty="0">
                <a:solidFill>
                  <a:srgbClr val="000000"/>
                </a:solidFill>
                <a:latin typeface="Franklin Gothic Book" panose="020B0503020102020204" pitchFamily="34" charset="0"/>
                <a:ea typeface="Lato"/>
                <a:cs typeface="Lato"/>
                <a:sym typeface="Lato"/>
              </a:rPr>
              <a:t> 	</a:t>
            </a:r>
            <a:endParaRPr sz="1400" i="0" u="none" strike="noStrike" cap="none" dirty="0">
              <a:solidFill>
                <a:srgbClr val="000000"/>
              </a:solidFill>
              <a:latin typeface="Franklin Gothic Book" panose="020B0503020102020204" pitchFamily="34" charset="0"/>
              <a:ea typeface="Lato"/>
              <a:cs typeface="Lato"/>
              <a:sym typeface="Lato"/>
            </a:endParaRPr>
          </a:p>
        </p:txBody>
      </p:sp>
    </p:spTree>
    <p:extLst>
      <p:ext uri="{BB962C8B-B14F-4D97-AF65-F5344CB8AC3E}">
        <p14:creationId xmlns:p14="http://schemas.microsoft.com/office/powerpoint/2010/main" val="4214871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Resultados OBP.</a:t>
            </a:r>
          </a:p>
        </p:txBody>
      </p:sp>
      <p:sp>
        <p:nvSpPr>
          <p:cNvPr id="13" name="Título 1">
            <a:extLst>
              <a:ext uri="{FF2B5EF4-FFF2-40B4-BE49-F238E27FC236}">
                <a16:creationId xmlns:a16="http://schemas.microsoft.com/office/drawing/2014/main" id="{9380A707-6DE0-A46B-F9EA-9176B8DFEA5C}"/>
              </a:ext>
            </a:extLst>
          </p:cNvPr>
          <p:cNvSpPr txBox="1">
            <a:spLocks/>
          </p:cNvSpPr>
          <p:nvPr/>
        </p:nvSpPr>
        <p:spPr>
          <a:xfrm>
            <a:off x="8669040" y="1535089"/>
            <a:ext cx="2474204"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000" dirty="0">
                <a:solidFill>
                  <a:srgbClr val="215968"/>
                </a:solidFill>
                <a:ea typeface="ＭＳ Ｐゴシック" pitchFamily="-84" charset="-128"/>
              </a:rPr>
              <a:t>Auxilio Funerario</a:t>
            </a:r>
          </a:p>
        </p:txBody>
      </p:sp>
      <p:sp>
        <p:nvSpPr>
          <p:cNvPr id="14" name="Título 1">
            <a:extLst>
              <a:ext uri="{FF2B5EF4-FFF2-40B4-BE49-F238E27FC236}">
                <a16:creationId xmlns:a16="http://schemas.microsoft.com/office/drawing/2014/main" id="{1EF75C12-7692-3D13-A420-397170B06A92}"/>
              </a:ext>
            </a:extLst>
          </p:cNvPr>
          <p:cNvSpPr txBox="1">
            <a:spLocks/>
          </p:cNvSpPr>
          <p:nvPr/>
        </p:nvSpPr>
        <p:spPr>
          <a:xfrm>
            <a:off x="4897583" y="1518438"/>
            <a:ext cx="2842457"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000" dirty="0">
                <a:solidFill>
                  <a:srgbClr val="215968"/>
                </a:solidFill>
                <a:ea typeface="ＭＳ Ｐゴシック" pitchFamily="-84" charset="-128"/>
              </a:rPr>
              <a:t>Pensión por Sobrevivencia</a:t>
            </a:r>
          </a:p>
        </p:txBody>
      </p:sp>
      <p:sp>
        <p:nvSpPr>
          <p:cNvPr id="17" name="Título 1">
            <a:extLst>
              <a:ext uri="{FF2B5EF4-FFF2-40B4-BE49-F238E27FC236}">
                <a16:creationId xmlns:a16="http://schemas.microsoft.com/office/drawing/2014/main" id="{D17FF748-A659-0C27-831B-07499D7E5C53}"/>
              </a:ext>
            </a:extLst>
          </p:cNvPr>
          <p:cNvSpPr txBox="1">
            <a:spLocks/>
          </p:cNvSpPr>
          <p:nvPr/>
        </p:nvSpPr>
        <p:spPr>
          <a:xfrm>
            <a:off x="4451961" y="3728855"/>
            <a:ext cx="3288079" cy="470234"/>
          </a:xfrm>
          <a:prstGeom prst="rect">
            <a:avLst/>
          </a:prstGeom>
        </p:spPr>
        <p:txBody>
          <a:bodyPr vert="horz" lIns="91440" tIns="45720" rIns="91440" bIns="45720" rtlCol="0" anchor="ctr">
            <a:noAutofit/>
          </a:bodyPr>
          <a:lstStyle>
            <a:defPPr>
              <a:defRPr lang="es-CO"/>
            </a:defPPr>
            <a:lvl1pPr algn="ctr">
              <a:spcBef>
                <a:spcPct val="0"/>
              </a:spcBef>
              <a:buNone/>
              <a:defRPr sz="2000" b="0">
                <a:solidFill>
                  <a:srgbClr val="215968"/>
                </a:solidFill>
                <a:latin typeface="+mj-lt"/>
                <a:ea typeface="ＭＳ Ｐゴシック" pitchFamily="-84" charset="-128"/>
                <a:cs typeface="Arial" panose="020B0604020202020204" pitchFamily="34" charset="0"/>
              </a:defRPr>
            </a:lvl1pPr>
          </a:lstStyle>
          <a:p>
            <a:r>
              <a:rPr lang="es-ES_tradnl" altLang="es-CO" dirty="0"/>
              <a:t>Total</a:t>
            </a:r>
          </a:p>
        </p:txBody>
      </p:sp>
      <p:sp>
        <p:nvSpPr>
          <p:cNvPr id="9" name="Título 1">
            <a:extLst>
              <a:ext uri="{FF2B5EF4-FFF2-40B4-BE49-F238E27FC236}">
                <a16:creationId xmlns:a16="http://schemas.microsoft.com/office/drawing/2014/main" id="{B2622D26-E1BC-0357-4061-FC7F6D852FB6}"/>
              </a:ext>
            </a:extLst>
          </p:cNvPr>
          <p:cNvSpPr txBox="1">
            <a:spLocks/>
          </p:cNvSpPr>
          <p:nvPr/>
        </p:nvSpPr>
        <p:spPr>
          <a:xfrm>
            <a:off x="489443" y="1534099"/>
            <a:ext cx="3430580"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2000" dirty="0">
                <a:solidFill>
                  <a:srgbClr val="215968"/>
                </a:solidFill>
                <a:ea typeface="ＭＳ Ｐゴシック" pitchFamily="-84" charset="-128"/>
              </a:rPr>
              <a:t>Pensión por Invalidez-vejez</a:t>
            </a:r>
          </a:p>
        </p:txBody>
      </p:sp>
      <p:pic>
        <p:nvPicPr>
          <p:cNvPr id="4" name="Imagen 3">
            <a:extLst>
              <a:ext uri="{FF2B5EF4-FFF2-40B4-BE49-F238E27FC236}">
                <a16:creationId xmlns:a16="http://schemas.microsoft.com/office/drawing/2014/main" id="{0237BCC5-E9FE-A69C-B282-9C539A8D45F0}"/>
              </a:ext>
            </a:extLst>
          </p:cNvPr>
          <p:cNvPicPr>
            <a:picLocks noChangeAspect="1"/>
          </p:cNvPicPr>
          <p:nvPr/>
        </p:nvPicPr>
        <p:blipFill>
          <a:blip r:embed="rId2"/>
          <a:stretch>
            <a:fillRect/>
          </a:stretch>
        </p:blipFill>
        <p:spPr>
          <a:xfrm>
            <a:off x="489443" y="2217126"/>
            <a:ext cx="3430580" cy="1233599"/>
          </a:xfrm>
          <a:prstGeom prst="rect">
            <a:avLst/>
          </a:prstGeom>
        </p:spPr>
      </p:pic>
      <p:pic>
        <p:nvPicPr>
          <p:cNvPr id="11" name="Imagen 10">
            <a:extLst>
              <a:ext uri="{FF2B5EF4-FFF2-40B4-BE49-F238E27FC236}">
                <a16:creationId xmlns:a16="http://schemas.microsoft.com/office/drawing/2014/main" id="{07628EDC-DEAB-45DE-C091-C57C280D4C33}"/>
              </a:ext>
            </a:extLst>
          </p:cNvPr>
          <p:cNvPicPr>
            <a:picLocks noChangeAspect="1"/>
          </p:cNvPicPr>
          <p:nvPr/>
        </p:nvPicPr>
        <p:blipFill>
          <a:blip r:embed="rId3"/>
          <a:stretch>
            <a:fillRect/>
          </a:stretch>
        </p:blipFill>
        <p:spPr>
          <a:xfrm>
            <a:off x="8669040" y="2219795"/>
            <a:ext cx="2474204" cy="1208332"/>
          </a:xfrm>
          <a:prstGeom prst="rect">
            <a:avLst/>
          </a:prstGeom>
        </p:spPr>
      </p:pic>
      <p:pic>
        <p:nvPicPr>
          <p:cNvPr id="19" name="Imagen 18">
            <a:extLst>
              <a:ext uri="{FF2B5EF4-FFF2-40B4-BE49-F238E27FC236}">
                <a16:creationId xmlns:a16="http://schemas.microsoft.com/office/drawing/2014/main" id="{0F282ECE-5561-DD88-84A6-432FA77815EF}"/>
              </a:ext>
            </a:extLst>
          </p:cNvPr>
          <p:cNvPicPr>
            <a:picLocks noChangeAspect="1"/>
          </p:cNvPicPr>
          <p:nvPr/>
        </p:nvPicPr>
        <p:blipFill>
          <a:blip r:embed="rId4"/>
          <a:stretch>
            <a:fillRect/>
          </a:stretch>
        </p:blipFill>
        <p:spPr>
          <a:xfrm>
            <a:off x="4897583" y="2221389"/>
            <a:ext cx="2842457" cy="1208332"/>
          </a:xfrm>
          <a:prstGeom prst="rect">
            <a:avLst/>
          </a:prstGeom>
        </p:spPr>
      </p:pic>
      <p:sp>
        <p:nvSpPr>
          <p:cNvPr id="20" name="Elipse 19">
            <a:extLst>
              <a:ext uri="{FF2B5EF4-FFF2-40B4-BE49-F238E27FC236}">
                <a16:creationId xmlns:a16="http://schemas.microsoft.com/office/drawing/2014/main" id="{39AB48C4-C1DD-072C-E8ED-83C10397CB03}"/>
              </a:ext>
            </a:extLst>
          </p:cNvPr>
          <p:cNvSpPr/>
          <p:nvPr/>
        </p:nvSpPr>
        <p:spPr>
          <a:xfrm>
            <a:off x="5756498" y="5068204"/>
            <a:ext cx="1561512" cy="271358"/>
          </a:xfrm>
          <a:prstGeom prst="ellipse">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p>
            <a:pPr algn="ctr"/>
            <a:endParaRPr lang="es-CO" sz="1350" dirty="0">
              <a:ln w="0"/>
              <a:solidFill>
                <a:schemeClr val="tx1"/>
              </a:solidFill>
              <a:latin typeface="Arial" panose="020B0604020202020204" pitchFamily="34" charset="0"/>
              <a:cs typeface="Arial" panose="020B0604020202020204" pitchFamily="34" charset="0"/>
            </a:endParaRPr>
          </a:p>
        </p:txBody>
      </p:sp>
      <p:cxnSp>
        <p:nvCxnSpPr>
          <p:cNvPr id="21" name="Conector: angular 20">
            <a:extLst>
              <a:ext uri="{FF2B5EF4-FFF2-40B4-BE49-F238E27FC236}">
                <a16:creationId xmlns:a16="http://schemas.microsoft.com/office/drawing/2014/main" id="{E88939EE-5752-1131-DAB5-01632C0622CE}"/>
              </a:ext>
            </a:extLst>
          </p:cNvPr>
          <p:cNvCxnSpPr>
            <a:cxnSpLocks/>
          </p:cNvCxnSpPr>
          <p:nvPr/>
        </p:nvCxnSpPr>
        <p:spPr>
          <a:xfrm rot="10800000">
            <a:off x="8046356" y="5257576"/>
            <a:ext cx="330418" cy="163972"/>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ítulo 1">
            <a:extLst>
              <a:ext uri="{FF2B5EF4-FFF2-40B4-BE49-F238E27FC236}">
                <a16:creationId xmlns:a16="http://schemas.microsoft.com/office/drawing/2014/main" id="{66AE6F0A-3BDE-71D8-DA0C-255A6E40D404}"/>
              </a:ext>
            </a:extLst>
          </p:cNvPr>
          <p:cNvSpPr txBox="1">
            <a:spLocks/>
          </p:cNvSpPr>
          <p:nvPr/>
        </p:nvSpPr>
        <p:spPr>
          <a:xfrm>
            <a:off x="8211564" y="5186432"/>
            <a:ext cx="1454728" cy="4702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000" b="0" kern="1200">
                <a:solidFill>
                  <a:schemeClr val="bg1"/>
                </a:solidFill>
                <a:latin typeface="+mj-lt"/>
                <a:ea typeface="+mj-ea"/>
                <a:cs typeface="Arial" panose="020B0604020202020204" pitchFamily="34" charset="0"/>
              </a:defRPr>
            </a:lvl1pPr>
          </a:lstStyle>
          <a:p>
            <a:pPr algn="ctr"/>
            <a:r>
              <a:rPr lang="es-ES_tradnl" altLang="es-CO" sz="1400" dirty="0">
                <a:solidFill>
                  <a:schemeClr val="bg1">
                    <a:lumMod val="50000"/>
                  </a:schemeClr>
                </a:solidFill>
                <a:latin typeface="Franklin Gothic Medium (Títulos)"/>
              </a:rPr>
              <a:t>Escenario de Análisis</a:t>
            </a:r>
          </a:p>
        </p:txBody>
      </p:sp>
      <p:pic>
        <p:nvPicPr>
          <p:cNvPr id="25" name="Imagen 24">
            <a:extLst>
              <a:ext uri="{FF2B5EF4-FFF2-40B4-BE49-F238E27FC236}">
                <a16:creationId xmlns:a16="http://schemas.microsoft.com/office/drawing/2014/main" id="{BFF3C4AE-A40F-BF78-5B4A-786FFDACC6E7}"/>
              </a:ext>
            </a:extLst>
          </p:cNvPr>
          <p:cNvPicPr>
            <a:picLocks noChangeAspect="1"/>
          </p:cNvPicPr>
          <p:nvPr/>
        </p:nvPicPr>
        <p:blipFill>
          <a:blip r:embed="rId5"/>
          <a:stretch>
            <a:fillRect/>
          </a:stretch>
        </p:blipFill>
        <p:spPr>
          <a:xfrm>
            <a:off x="4451961" y="4272339"/>
            <a:ext cx="3447068" cy="1345510"/>
          </a:xfrm>
          <a:prstGeom prst="rect">
            <a:avLst/>
          </a:prstGeom>
        </p:spPr>
      </p:pic>
      <p:sp>
        <p:nvSpPr>
          <p:cNvPr id="26" name="Marcador de contenido 5">
            <a:extLst>
              <a:ext uri="{FF2B5EF4-FFF2-40B4-BE49-F238E27FC236}">
                <a16:creationId xmlns:a16="http://schemas.microsoft.com/office/drawing/2014/main" id="{F036F92E-82D0-194C-3EA3-F6E4404AA80A}"/>
              </a:ext>
            </a:extLst>
          </p:cNvPr>
          <p:cNvSpPr txBox="1">
            <a:spLocks/>
          </p:cNvSpPr>
          <p:nvPr/>
        </p:nvSpPr>
        <p:spPr>
          <a:xfrm>
            <a:off x="3655465" y="5088784"/>
            <a:ext cx="560003"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400" b="1" dirty="0">
                <a:solidFill>
                  <a:schemeClr val="bg1">
                    <a:lumMod val="50000"/>
                  </a:schemeClr>
                </a:solidFill>
                <a:cs typeface="Arial" pitchFamily="34" charset="0"/>
              </a:rPr>
              <a:t>R_2</a:t>
            </a:r>
          </a:p>
        </p:txBody>
      </p:sp>
      <p:sp>
        <p:nvSpPr>
          <p:cNvPr id="27" name="Abrir llave 26">
            <a:extLst>
              <a:ext uri="{FF2B5EF4-FFF2-40B4-BE49-F238E27FC236}">
                <a16:creationId xmlns:a16="http://schemas.microsoft.com/office/drawing/2014/main" id="{3F5A89E0-6F53-D7FC-C0E4-247D93E60B33}"/>
              </a:ext>
            </a:extLst>
          </p:cNvPr>
          <p:cNvSpPr/>
          <p:nvPr/>
        </p:nvSpPr>
        <p:spPr>
          <a:xfrm>
            <a:off x="4139426" y="5132844"/>
            <a:ext cx="184397" cy="252366"/>
          </a:xfrm>
          <a:prstGeom prst="leftBrace">
            <a:avLst>
              <a:gd name="adj1" fmla="val 27269"/>
              <a:gd name="adj2" fmla="val 49997"/>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0" name="Marcador de contenido 5">
            <a:extLst>
              <a:ext uri="{FF2B5EF4-FFF2-40B4-BE49-F238E27FC236}">
                <a16:creationId xmlns:a16="http://schemas.microsoft.com/office/drawing/2014/main" id="{58BE4ECE-CEDB-9D72-77CB-37C8F0F58D92}"/>
              </a:ext>
            </a:extLst>
          </p:cNvPr>
          <p:cNvSpPr txBox="1">
            <a:spLocks/>
          </p:cNvSpPr>
          <p:nvPr/>
        </p:nvSpPr>
        <p:spPr>
          <a:xfrm>
            <a:off x="3655465" y="4833087"/>
            <a:ext cx="535008"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400" b="1" dirty="0">
                <a:solidFill>
                  <a:schemeClr val="bg1">
                    <a:lumMod val="50000"/>
                  </a:schemeClr>
                </a:solidFill>
                <a:cs typeface="Arial" pitchFamily="34" charset="0"/>
              </a:rPr>
              <a:t>R_1</a:t>
            </a:r>
          </a:p>
        </p:txBody>
      </p:sp>
      <p:sp>
        <p:nvSpPr>
          <p:cNvPr id="31" name="Abrir llave 30">
            <a:extLst>
              <a:ext uri="{FF2B5EF4-FFF2-40B4-BE49-F238E27FC236}">
                <a16:creationId xmlns:a16="http://schemas.microsoft.com/office/drawing/2014/main" id="{9F6FE8DF-D46A-8EAB-7CEA-160EABFA43BA}"/>
              </a:ext>
            </a:extLst>
          </p:cNvPr>
          <p:cNvSpPr/>
          <p:nvPr/>
        </p:nvSpPr>
        <p:spPr>
          <a:xfrm>
            <a:off x="4114431" y="4877147"/>
            <a:ext cx="184397" cy="252366"/>
          </a:xfrm>
          <a:prstGeom prst="leftBrace">
            <a:avLst>
              <a:gd name="adj1" fmla="val 27269"/>
              <a:gd name="adj2" fmla="val 49997"/>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7" name="Marcador de contenido 5">
            <a:extLst>
              <a:ext uri="{FF2B5EF4-FFF2-40B4-BE49-F238E27FC236}">
                <a16:creationId xmlns:a16="http://schemas.microsoft.com/office/drawing/2014/main" id="{E5EBF321-521A-23DE-55DB-EDB5E0CF843B}"/>
              </a:ext>
            </a:extLst>
          </p:cNvPr>
          <p:cNvSpPr txBox="1">
            <a:spLocks/>
          </p:cNvSpPr>
          <p:nvPr/>
        </p:nvSpPr>
        <p:spPr>
          <a:xfrm>
            <a:off x="3655465" y="4590653"/>
            <a:ext cx="535008" cy="4702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CO" sz="1400" b="1" dirty="0">
                <a:solidFill>
                  <a:schemeClr val="bg1">
                    <a:lumMod val="50000"/>
                  </a:schemeClr>
                </a:solidFill>
                <a:cs typeface="Arial" pitchFamily="34" charset="0"/>
              </a:rPr>
              <a:t>R_0</a:t>
            </a:r>
          </a:p>
        </p:txBody>
      </p:sp>
      <p:sp>
        <p:nvSpPr>
          <p:cNvPr id="38" name="Abrir llave 37">
            <a:extLst>
              <a:ext uri="{FF2B5EF4-FFF2-40B4-BE49-F238E27FC236}">
                <a16:creationId xmlns:a16="http://schemas.microsoft.com/office/drawing/2014/main" id="{4F7DB000-F5F5-77FD-BB00-C9C1FD4D8D2F}"/>
              </a:ext>
            </a:extLst>
          </p:cNvPr>
          <p:cNvSpPr/>
          <p:nvPr/>
        </p:nvSpPr>
        <p:spPr>
          <a:xfrm>
            <a:off x="4099191" y="4618067"/>
            <a:ext cx="184397" cy="252366"/>
          </a:xfrm>
          <a:prstGeom prst="leftBrace">
            <a:avLst>
              <a:gd name="adj1" fmla="val 27269"/>
              <a:gd name="adj2" fmla="val 49997"/>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9" name="CuadroTexto 38">
            <a:extLst>
              <a:ext uri="{FF2B5EF4-FFF2-40B4-BE49-F238E27FC236}">
                <a16:creationId xmlns:a16="http://schemas.microsoft.com/office/drawing/2014/main" id="{52FBBAD3-4EF2-C3A8-FE66-6F1A84AFB08B}"/>
              </a:ext>
            </a:extLst>
          </p:cNvPr>
          <p:cNvSpPr txBox="1"/>
          <p:nvPr/>
        </p:nvSpPr>
        <p:spPr>
          <a:xfrm>
            <a:off x="9390862" y="6525344"/>
            <a:ext cx="2801138" cy="276999"/>
          </a:xfrm>
          <a:prstGeom prst="rect">
            <a:avLst/>
          </a:prstGeom>
          <a:noFill/>
        </p:spPr>
        <p:txBody>
          <a:bodyPr wrap="square" rtlCol="0">
            <a:spAutoFit/>
          </a:bodyPr>
          <a:lstStyle/>
          <a:p>
            <a:r>
              <a:rPr lang="es-CO" sz="1200" dirty="0">
                <a:solidFill>
                  <a:schemeClr val="bg1">
                    <a:lumMod val="50000"/>
                  </a:schemeClr>
                </a:solidFill>
              </a:rPr>
              <a:t>* Cifras en Millones de Pesos</a:t>
            </a:r>
          </a:p>
        </p:txBody>
      </p:sp>
    </p:spTree>
    <p:extLst>
      <p:ext uri="{BB962C8B-B14F-4D97-AF65-F5344CB8AC3E}">
        <p14:creationId xmlns:p14="http://schemas.microsoft.com/office/powerpoint/2010/main" val="3842597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pPr algn="ctr"/>
            <a:r>
              <a:rPr lang="es-CO" sz="4000" dirty="0"/>
              <a:t>Flujo de Pagos</a:t>
            </a:r>
          </a:p>
        </p:txBody>
      </p:sp>
      <p:sp>
        <p:nvSpPr>
          <p:cNvPr id="3" name="Subtítulo 2"/>
          <p:cNvSpPr>
            <a:spLocks noGrp="1"/>
          </p:cNvSpPr>
          <p:nvPr>
            <p:ph type="subTitle" idx="1"/>
          </p:nvPr>
        </p:nvSpPr>
        <p:spPr>
          <a:xfrm>
            <a:off x="990600" y="5053364"/>
            <a:ext cx="8534400" cy="936104"/>
          </a:xfrm>
        </p:spPr>
        <p:txBody>
          <a:bodyPr/>
          <a:lstStyle/>
          <a:p>
            <a:r>
              <a:rPr lang="es-MX" dirty="0"/>
              <a:t>RL</a:t>
            </a:r>
            <a:endParaRPr lang="es-CO" dirty="0"/>
          </a:p>
        </p:txBody>
      </p:sp>
    </p:spTree>
    <p:extLst>
      <p:ext uri="{BB962C8B-B14F-4D97-AF65-F5344CB8AC3E}">
        <p14:creationId xmlns:p14="http://schemas.microsoft.com/office/powerpoint/2010/main" val="3677432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Flujos de Pagos - Deslizamiento (1,67%)</a:t>
            </a:r>
            <a:br>
              <a:rPr lang="es-ES_tradnl" altLang="es-CO" dirty="0"/>
            </a:br>
            <a:endParaRPr lang="es-ES_tradnl" altLang="es-CO" dirty="0"/>
          </a:p>
        </p:txBody>
      </p:sp>
      <p:graphicFrame>
        <p:nvGraphicFramePr>
          <p:cNvPr id="6" name="Gráfico 5">
            <a:extLst>
              <a:ext uri="{FF2B5EF4-FFF2-40B4-BE49-F238E27FC236}">
                <a16:creationId xmlns:a16="http://schemas.microsoft.com/office/drawing/2014/main" id="{18CF471F-1694-0A82-3D42-D5CC07041DC5}"/>
              </a:ext>
            </a:extLst>
          </p:cNvPr>
          <p:cNvGraphicFramePr>
            <a:graphicFrameLocks/>
          </p:cNvGraphicFramePr>
          <p:nvPr>
            <p:extLst>
              <p:ext uri="{D42A27DB-BD31-4B8C-83A1-F6EECF244321}">
                <p14:modId xmlns:p14="http://schemas.microsoft.com/office/powerpoint/2010/main" val="2353522544"/>
              </p:ext>
            </p:extLst>
          </p:nvPr>
        </p:nvGraphicFramePr>
        <p:xfrm>
          <a:off x="0" y="802891"/>
          <a:ext cx="12192000" cy="5999452"/>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85D79BBD-AF60-15FF-A9E1-DE1EE8F76695}"/>
              </a:ext>
            </a:extLst>
          </p:cNvPr>
          <p:cNvSpPr txBox="1"/>
          <p:nvPr/>
        </p:nvSpPr>
        <p:spPr>
          <a:xfrm>
            <a:off x="9390862" y="6525344"/>
            <a:ext cx="2801138" cy="276999"/>
          </a:xfrm>
          <a:prstGeom prst="rect">
            <a:avLst/>
          </a:prstGeom>
          <a:noFill/>
        </p:spPr>
        <p:txBody>
          <a:bodyPr wrap="square" rtlCol="0">
            <a:spAutoFit/>
          </a:bodyPr>
          <a:lstStyle/>
          <a:p>
            <a:r>
              <a:rPr lang="es-CO" sz="1200" dirty="0">
                <a:solidFill>
                  <a:schemeClr val="bg1">
                    <a:lumMod val="50000"/>
                  </a:schemeClr>
                </a:solidFill>
              </a:rPr>
              <a:t>* Cifras en Millones de Pesos</a:t>
            </a:r>
          </a:p>
        </p:txBody>
      </p:sp>
    </p:spTree>
    <p:extLst>
      <p:ext uri="{BB962C8B-B14F-4D97-AF65-F5344CB8AC3E}">
        <p14:creationId xmlns:p14="http://schemas.microsoft.com/office/powerpoint/2010/main" val="1517901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Flujos de Pagos - Deslizamiento OBP (0,13%)</a:t>
            </a:r>
            <a:br>
              <a:rPr lang="es-ES_tradnl" altLang="es-CO" dirty="0"/>
            </a:br>
            <a:endParaRPr lang="es-ES_tradnl" altLang="es-CO" dirty="0"/>
          </a:p>
        </p:txBody>
      </p:sp>
      <p:graphicFrame>
        <p:nvGraphicFramePr>
          <p:cNvPr id="9" name="Gráfico 8">
            <a:extLst>
              <a:ext uri="{FF2B5EF4-FFF2-40B4-BE49-F238E27FC236}">
                <a16:creationId xmlns:a16="http://schemas.microsoft.com/office/drawing/2014/main" id="{53E99235-B823-D728-9F65-B0089A4764A2}"/>
              </a:ext>
            </a:extLst>
          </p:cNvPr>
          <p:cNvGraphicFramePr>
            <a:graphicFrameLocks/>
          </p:cNvGraphicFramePr>
          <p:nvPr>
            <p:extLst>
              <p:ext uri="{D42A27DB-BD31-4B8C-83A1-F6EECF244321}">
                <p14:modId xmlns:p14="http://schemas.microsoft.com/office/powerpoint/2010/main" val="1551654355"/>
              </p:ext>
            </p:extLst>
          </p:nvPr>
        </p:nvGraphicFramePr>
        <p:xfrm>
          <a:off x="0" y="802890"/>
          <a:ext cx="12192000" cy="59994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27836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Flujos de Pago con Escenario con deslizamiento  VS Flujo OBP</a:t>
            </a:r>
            <a:br>
              <a:rPr lang="es-ES_tradnl" altLang="es-CO" dirty="0"/>
            </a:br>
            <a:endParaRPr lang="es-ES_tradnl" altLang="es-CO" dirty="0"/>
          </a:p>
        </p:txBody>
      </p:sp>
      <p:graphicFrame>
        <p:nvGraphicFramePr>
          <p:cNvPr id="6" name="Gráfico 5">
            <a:extLst>
              <a:ext uri="{FF2B5EF4-FFF2-40B4-BE49-F238E27FC236}">
                <a16:creationId xmlns:a16="http://schemas.microsoft.com/office/drawing/2014/main" id="{44A4A085-E47A-2270-7992-B15F0BE300B5}"/>
              </a:ext>
            </a:extLst>
          </p:cNvPr>
          <p:cNvGraphicFramePr>
            <a:graphicFrameLocks/>
          </p:cNvGraphicFramePr>
          <p:nvPr>
            <p:extLst>
              <p:ext uri="{D42A27DB-BD31-4B8C-83A1-F6EECF244321}">
                <p14:modId xmlns:p14="http://schemas.microsoft.com/office/powerpoint/2010/main" val="1391688543"/>
              </p:ext>
            </p:extLst>
          </p:nvPr>
        </p:nvGraphicFramePr>
        <p:xfrm>
          <a:off x="0" y="802890"/>
          <a:ext cx="12192000" cy="6055109"/>
        </p:xfrm>
        <a:graphic>
          <a:graphicData uri="http://schemas.openxmlformats.org/drawingml/2006/chart">
            <c:chart xmlns:c="http://schemas.openxmlformats.org/drawingml/2006/chart" xmlns:r="http://schemas.openxmlformats.org/officeDocument/2006/relationships" r:id="rId2"/>
          </a:graphicData>
        </a:graphic>
      </p:graphicFrame>
      <p:sp>
        <p:nvSpPr>
          <p:cNvPr id="4" name="CuadroTexto 3">
            <a:extLst>
              <a:ext uri="{FF2B5EF4-FFF2-40B4-BE49-F238E27FC236}">
                <a16:creationId xmlns:a16="http://schemas.microsoft.com/office/drawing/2014/main" id="{ABD6A15A-66B6-F8BC-4091-27714B3C9294}"/>
              </a:ext>
            </a:extLst>
          </p:cNvPr>
          <p:cNvSpPr txBox="1"/>
          <p:nvPr/>
        </p:nvSpPr>
        <p:spPr>
          <a:xfrm>
            <a:off x="9390862" y="6525344"/>
            <a:ext cx="2801138" cy="276999"/>
          </a:xfrm>
          <a:prstGeom prst="rect">
            <a:avLst/>
          </a:prstGeom>
          <a:noFill/>
        </p:spPr>
        <p:txBody>
          <a:bodyPr wrap="square" rtlCol="0">
            <a:spAutoFit/>
          </a:bodyPr>
          <a:lstStyle/>
          <a:p>
            <a:r>
              <a:rPr lang="es-CO" sz="1200" dirty="0">
                <a:solidFill>
                  <a:schemeClr val="bg1">
                    <a:lumMod val="50000"/>
                  </a:schemeClr>
                </a:solidFill>
              </a:rPr>
              <a:t>* Cifras en Millones de Pesos</a:t>
            </a:r>
          </a:p>
        </p:txBody>
      </p:sp>
    </p:spTree>
    <p:extLst>
      <p:ext uri="{BB962C8B-B14F-4D97-AF65-F5344CB8AC3E}">
        <p14:creationId xmlns:p14="http://schemas.microsoft.com/office/powerpoint/2010/main" val="4121698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3352" y="332656"/>
            <a:ext cx="11263630" cy="470234"/>
          </a:xfrm>
        </p:spPr>
        <p:txBody>
          <a:bodyPr/>
          <a:lstStyle/>
          <a:p>
            <a:r>
              <a:rPr lang="es-ES_tradnl" altLang="es-CO" dirty="0"/>
              <a:t>Factor de descuento Escenario con deslizamiento  VS OBP</a:t>
            </a:r>
            <a:br>
              <a:rPr lang="es-ES_tradnl" altLang="es-CO" dirty="0"/>
            </a:br>
            <a:endParaRPr lang="es-ES_tradnl" altLang="es-CO" dirty="0"/>
          </a:p>
        </p:txBody>
      </p:sp>
      <p:sp>
        <p:nvSpPr>
          <p:cNvPr id="3" name="CuadroTexto 2">
            <a:extLst>
              <a:ext uri="{FF2B5EF4-FFF2-40B4-BE49-F238E27FC236}">
                <a16:creationId xmlns:a16="http://schemas.microsoft.com/office/drawing/2014/main" id="{14FFE073-D98B-423F-ACBF-364DE9235E8E}"/>
              </a:ext>
            </a:extLst>
          </p:cNvPr>
          <p:cNvSpPr txBox="1"/>
          <p:nvPr/>
        </p:nvSpPr>
        <p:spPr>
          <a:xfrm>
            <a:off x="9390862" y="6525344"/>
            <a:ext cx="2801138" cy="276999"/>
          </a:xfrm>
          <a:prstGeom prst="rect">
            <a:avLst/>
          </a:prstGeom>
          <a:noFill/>
        </p:spPr>
        <p:txBody>
          <a:bodyPr wrap="square" rtlCol="0">
            <a:spAutoFit/>
          </a:bodyPr>
          <a:lstStyle/>
          <a:p>
            <a:r>
              <a:rPr lang="es-CO" sz="1200" dirty="0">
                <a:latin typeface="Century Gothic" panose="020B0502020202020204" pitchFamily="34" charset="0"/>
              </a:rPr>
              <a:t>* Cifras en Millones de Pesos</a:t>
            </a:r>
          </a:p>
        </p:txBody>
      </p:sp>
      <p:graphicFrame>
        <p:nvGraphicFramePr>
          <p:cNvPr id="4" name="Gráfico 3">
            <a:extLst>
              <a:ext uri="{FF2B5EF4-FFF2-40B4-BE49-F238E27FC236}">
                <a16:creationId xmlns:a16="http://schemas.microsoft.com/office/drawing/2014/main" id="{77270B77-04B4-46C0-B761-0194A4CD6ABC}"/>
              </a:ext>
            </a:extLst>
          </p:cNvPr>
          <p:cNvGraphicFramePr>
            <a:graphicFrameLocks/>
          </p:cNvGraphicFramePr>
          <p:nvPr>
            <p:extLst>
              <p:ext uri="{D42A27DB-BD31-4B8C-83A1-F6EECF244321}">
                <p14:modId xmlns:p14="http://schemas.microsoft.com/office/powerpoint/2010/main" val="1317231553"/>
              </p:ext>
            </p:extLst>
          </p:nvPr>
        </p:nvGraphicFramePr>
        <p:xfrm>
          <a:off x="0" y="802890"/>
          <a:ext cx="12192000" cy="55702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99317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ltLang="es-CO" dirty="0"/>
              <a:t>Comparación de Modelos</a:t>
            </a:r>
          </a:p>
        </p:txBody>
      </p:sp>
      <p:sp>
        <p:nvSpPr>
          <p:cNvPr id="3" name="CuadroTexto 2">
            <a:extLst>
              <a:ext uri="{FF2B5EF4-FFF2-40B4-BE49-F238E27FC236}">
                <a16:creationId xmlns:a16="http://schemas.microsoft.com/office/drawing/2014/main" id="{14FFE073-D98B-423F-ACBF-364DE9235E8E}"/>
              </a:ext>
            </a:extLst>
          </p:cNvPr>
          <p:cNvSpPr txBox="1"/>
          <p:nvPr/>
        </p:nvSpPr>
        <p:spPr>
          <a:xfrm>
            <a:off x="9390862" y="6525344"/>
            <a:ext cx="2801138" cy="276999"/>
          </a:xfrm>
          <a:prstGeom prst="rect">
            <a:avLst/>
          </a:prstGeom>
          <a:noFill/>
        </p:spPr>
        <p:txBody>
          <a:bodyPr wrap="square" rtlCol="0">
            <a:spAutoFit/>
          </a:bodyPr>
          <a:lstStyle/>
          <a:p>
            <a:r>
              <a:rPr lang="es-CO" sz="1200" dirty="0">
                <a:latin typeface="Century Gothic" panose="020B0502020202020204" pitchFamily="34" charset="0"/>
              </a:rPr>
              <a:t>* Cifras en Millones de Pesos</a:t>
            </a:r>
          </a:p>
        </p:txBody>
      </p:sp>
      <p:sp>
        <p:nvSpPr>
          <p:cNvPr id="4" name="Título 1">
            <a:extLst>
              <a:ext uri="{FF2B5EF4-FFF2-40B4-BE49-F238E27FC236}">
                <a16:creationId xmlns:a16="http://schemas.microsoft.com/office/drawing/2014/main" id="{18021354-C4D3-DC08-14E7-2C6BD42FDC33}"/>
              </a:ext>
            </a:extLst>
          </p:cNvPr>
          <p:cNvSpPr txBox="1">
            <a:spLocks/>
          </p:cNvSpPr>
          <p:nvPr/>
        </p:nvSpPr>
        <p:spPr>
          <a:xfrm>
            <a:off x="8383922" y="1535962"/>
            <a:ext cx="3279878" cy="470234"/>
          </a:xfrm>
          <a:prstGeom prst="rect">
            <a:avLst/>
          </a:prstGeom>
        </p:spPr>
        <p:txBody>
          <a:bodyPr vert="horz" lIns="91440" tIns="45720" rIns="91440" bIns="45720" rtlCol="0" anchor="ctr">
            <a:noAutofit/>
          </a:bodyPr>
          <a:lstStyle>
            <a:defPPr>
              <a:defRPr lang="es-CO"/>
            </a:defPPr>
            <a:lvl1pPr algn="ctr">
              <a:spcBef>
                <a:spcPct val="0"/>
              </a:spcBef>
              <a:buNone/>
              <a:defRPr sz="2000" b="0">
                <a:solidFill>
                  <a:srgbClr val="215968"/>
                </a:solidFill>
                <a:latin typeface="+mj-lt"/>
                <a:ea typeface="ＭＳ Ｐゴシック" pitchFamily="-84" charset="-128"/>
                <a:cs typeface="Arial" panose="020B0604020202020204" pitchFamily="34" charset="0"/>
              </a:defRPr>
            </a:lvl1pPr>
          </a:lstStyle>
          <a:p>
            <a:r>
              <a:rPr lang="es-ES_tradnl" altLang="es-CO" dirty="0"/>
              <a:t>Auxilio Funerario</a:t>
            </a:r>
          </a:p>
        </p:txBody>
      </p:sp>
      <p:sp>
        <p:nvSpPr>
          <p:cNvPr id="5" name="Título 1">
            <a:extLst>
              <a:ext uri="{FF2B5EF4-FFF2-40B4-BE49-F238E27FC236}">
                <a16:creationId xmlns:a16="http://schemas.microsoft.com/office/drawing/2014/main" id="{937C1884-4E36-4011-ACA1-474641C6D326}"/>
              </a:ext>
            </a:extLst>
          </p:cNvPr>
          <p:cNvSpPr txBox="1">
            <a:spLocks/>
          </p:cNvSpPr>
          <p:nvPr/>
        </p:nvSpPr>
        <p:spPr>
          <a:xfrm>
            <a:off x="4456060" y="1517717"/>
            <a:ext cx="3409404" cy="470234"/>
          </a:xfrm>
          <a:prstGeom prst="rect">
            <a:avLst/>
          </a:prstGeom>
        </p:spPr>
        <p:txBody>
          <a:bodyPr vert="horz" lIns="91440" tIns="45720" rIns="91440" bIns="45720" rtlCol="0" anchor="ctr">
            <a:noAutofit/>
          </a:bodyPr>
          <a:lstStyle>
            <a:defPPr>
              <a:defRPr lang="es-CO"/>
            </a:defPPr>
            <a:lvl1pPr algn="ctr">
              <a:spcBef>
                <a:spcPct val="0"/>
              </a:spcBef>
              <a:buNone/>
              <a:defRPr sz="2000" b="0">
                <a:solidFill>
                  <a:srgbClr val="215968"/>
                </a:solidFill>
                <a:latin typeface="+mj-lt"/>
                <a:ea typeface="ＭＳ Ｐゴシック" pitchFamily="-84" charset="-128"/>
                <a:cs typeface="Arial" panose="020B0604020202020204" pitchFamily="34" charset="0"/>
              </a:defRPr>
            </a:lvl1pPr>
          </a:lstStyle>
          <a:p>
            <a:r>
              <a:rPr lang="es-ES_tradnl" altLang="es-CO" dirty="0"/>
              <a:t>Pensión por Sobrevivencia</a:t>
            </a:r>
          </a:p>
        </p:txBody>
      </p:sp>
      <p:sp>
        <p:nvSpPr>
          <p:cNvPr id="6" name="Título 1">
            <a:extLst>
              <a:ext uri="{FF2B5EF4-FFF2-40B4-BE49-F238E27FC236}">
                <a16:creationId xmlns:a16="http://schemas.microsoft.com/office/drawing/2014/main" id="{454C710E-20A9-0442-3E22-BCD1D177DD90}"/>
              </a:ext>
            </a:extLst>
          </p:cNvPr>
          <p:cNvSpPr txBox="1">
            <a:spLocks/>
          </p:cNvSpPr>
          <p:nvPr/>
        </p:nvSpPr>
        <p:spPr>
          <a:xfrm>
            <a:off x="4594447" y="4036232"/>
            <a:ext cx="3268269" cy="470234"/>
          </a:xfrm>
          <a:prstGeom prst="rect">
            <a:avLst/>
          </a:prstGeom>
        </p:spPr>
        <p:txBody>
          <a:bodyPr vert="horz" lIns="91440" tIns="45720" rIns="91440" bIns="45720" rtlCol="0" anchor="ctr">
            <a:noAutofit/>
          </a:bodyPr>
          <a:lstStyle>
            <a:defPPr>
              <a:defRPr lang="es-CO"/>
            </a:defPPr>
            <a:lvl1pPr algn="ctr">
              <a:spcBef>
                <a:spcPct val="0"/>
              </a:spcBef>
              <a:buNone/>
              <a:defRPr sz="2000" b="0">
                <a:solidFill>
                  <a:srgbClr val="215968"/>
                </a:solidFill>
                <a:latin typeface="+mj-lt"/>
                <a:ea typeface="ＭＳ Ｐゴシック" pitchFamily="-84" charset="-128"/>
                <a:cs typeface="Arial" panose="020B0604020202020204" pitchFamily="34" charset="0"/>
              </a:defRPr>
            </a:lvl1pPr>
          </a:lstStyle>
          <a:p>
            <a:r>
              <a:rPr lang="es-ES_tradnl" altLang="es-CO" dirty="0"/>
              <a:t>Total</a:t>
            </a:r>
          </a:p>
        </p:txBody>
      </p:sp>
      <p:sp>
        <p:nvSpPr>
          <p:cNvPr id="9" name="Título 1">
            <a:extLst>
              <a:ext uri="{FF2B5EF4-FFF2-40B4-BE49-F238E27FC236}">
                <a16:creationId xmlns:a16="http://schemas.microsoft.com/office/drawing/2014/main" id="{163BBE81-9ED5-3F76-B8E3-7EA652146F45}"/>
              </a:ext>
            </a:extLst>
          </p:cNvPr>
          <p:cNvSpPr txBox="1">
            <a:spLocks/>
          </p:cNvSpPr>
          <p:nvPr/>
        </p:nvSpPr>
        <p:spPr>
          <a:xfrm>
            <a:off x="489443" y="1534099"/>
            <a:ext cx="3268270" cy="470234"/>
          </a:xfrm>
          <a:prstGeom prst="rect">
            <a:avLst/>
          </a:prstGeom>
        </p:spPr>
        <p:txBody>
          <a:bodyPr vert="horz" lIns="91440" tIns="45720" rIns="91440" bIns="45720" rtlCol="0" anchor="ctr">
            <a:noAutofit/>
          </a:bodyPr>
          <a:lstStyle>
            <a:defPPr>
              <a:defRPr lang="es-CO"/>
            </a:defPPr>
            <a:lvl1pPr algn="ctr">
              <a:spcBef>
                <a:spcPct val="0"/>
              </a:spcBef>
              <a:buNone/>
              <a:defRPr sz="2000" b="0">
                <a:solidFill>
                  <a:srgbClr val="215968"/>
                </a:solidFill>
                <a:latin typeface="+mj-lt"/>
                <a:ea typeface="ＭＳ Ｐゴシック" pitchFamily="-84" charset="-128"/>
                <a:cs typeface="Arial" panose="020B0604020202020204" pitchFamily="34" charset="0"/>
              </a:defRPr>
            </a:lvl1pPr>
          </a:lstStyle>
          <a:p>
            <a:r>
              <a:rPr lang="es-ES_tradnl" altLang="es-CO" dirty="0"/>
              <a:t>Pensión por Invalidez-vejez</a:t>
            </a:r>
          </a:p>
        </p:txBody>
      </p:sp>
      <p:pic>
        <p:nvPicPr>
          <p:cNvPr id="7" name="Imagen 6">
            <a:extLst>
              <a:ext uri="{FF2B5EF4-FFF2-40B4-BE49-F238E27FC236}">
                <a16:creationId xmlns:a16="http://schemas.microsoft.com/office/drawing/2014/main" id="{3F9EA599-FA57-5C24-804E-1DD5CE3768CF}"/>
              </a:ext>
            </a:extLst>
          </p:cNvPr>
          <p:cNvPicPr>
            <a:picLocks noChangeAspect="1"/>
          </p:cNvPicPr>
          <p:nvPr/>
        </p:nvPicPr>
        <p:blipFill>
          <a:blip r:embed="rId2"/>
          <a:stretch>
            <a:fillRect/>
          </a:stretch>
        </p:blipFill>
        <p:spPr>
          <a:xfrm>
            <a:off x="489442" y="2134733"/>
            <a:ext cx="3268269" cy="1767533"/>
          </a:xfrm>
          <a:prstGeom prst="rect">
            <a:avLst/>
          </a:prstGeom>
        </p:spPr>
      </p:pic>
      <p:pic>
        <p:nvPicPr>
          <p:cNvPr id="10" name="Imagen 9">
            <a:extLst>
              <a:ext uri="{FF2B5EF4-FFF2-40B4-BE49-F238E27FC236}">
                <a16:creationId xmlns:a16="http://schemas.microsoft.com/office/drawing/2014/main" id="{4EA27DAD-FC39-E11A-E448-51CE466025B4}"/>
              </a:ext>
            </a:extLst>
          </p:cNvPr>
          <p:cNvPicPr>
            <a:picLocks noChangeAspect="1"/>
          </p:cNvPicPr>
          <p:nvPr/>
        </p:nvPicPr>
        <p:blipFill>
          <a:blip r:embed="rId3"/>
          <a:stretch>
            <a:fillRect/>
          </a:stretch>
        </p:blipFill>
        <p:spPr>
          <a:xfrm>
            <a:off x="4695824" y="2134733"/>
            <a:ext cx="3169640" cy="1714193"/>
          </a:xfrm>
          <a:prstGeom prst="rect">
            <a:avLst/>
          </a:prstGeom>
        </p:spPr>
      </p:pic>
      <p:pic>
        <p:nvPicPr>
          <p:cNvPr id="11" name="Imagen 10">
            <a:extLst>
              <a:ext uri="{FF2B5EF4-FFF2-40B4-BE49-F238E27FC236}">
                <a16:creationId xmlns:a16="http://schemas.microsoft.com/office/drawing/2014/main" id="{01CE5D7E-2ACB-8B65-0BFA-4E82CDDFB597}"/>
              </a:ext>
            </a:extLst>
          </p:cNvPr>
          <p:cNvPicPr>
            <a:picLocks noChangeAspect="1"/>
          </p:cNvPicPr>
          <p:nvPr/>
        </p:nvPicPr>
        <p:blipFill>
          <a:blip r:embed="rId4"/>
          <a:stretch>
            <a:fillRect/>
          </a:stretch>
        </p:blipFill>
        <p:spPr>
          <a:xfrm>
            <a:off x="8761798" y="2134733"/>
            <a:ext cx="2856988" cy="1714193"/>
          </a:xfrm>
          <a:prstGeom prst="rect">
            <a:avLst/>
          </a:prstGeom>
        </p:spPr>
      </p:pic>
      <p:pic>
        <p:nvPicPr>
          <p:cNvPr id="14" name="Imagen 13">
            <a:extLst>
              <a:ext uri="{FF2B5EF4-FFF2-40B4-BE49-F238E27FC236}">
                <a16:creationId xmlns:a16="http://schemas.microsoft.com/office/drawing/2014/main" id="{54942BF1-D0B9-F561-3179-93EEE3842DDF}"/>
              </a:ext>
            </a:extLst>
          </p:cNvPr>
          <p:cNvPicPr>
            <a:picLocks noChangeAspect="1"/>
          </p:cNvPicPr>
          <p:nvPr/>
        </p:nvPicPr>
        <p:blipFill>
          <a:blip r:embed="rId5"/>
          <a:stretch>
            <a:fillRect/>
          </a:stretch>
        </p:blipFill>
        <p:spPr>
          <a:xfrm>
            <a:off x="4580090" y="4565770"/>
            <a:ext cx="3395613" cy="1758640"/>
          </a:xfrm>
          <a:prstGeom prst="rect">
            <a:avLst/>
          </a:prstGeom>
        </p:spPr>
      </p:pic>
    </p:spTree>
    <p:extLst>
      <p:ext uri="{BB962C8B-B14F-4D97-AF65-F5344CB8AC3E}">
        <p14:creationId xmlns:p14="http://schemas.microsoft.com/office/powerpoint/2010/main" val="3907469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pPr algn="ctr"/>
            <a:r>
              <a:rPr lang="es-MX" dirty="0"/>
              <a:t>¡Gracias!</a:t>
            </a:r>
            <a:endParaRPr lang="es-CO" sz="4000" dirty="0"/>
          </a:p>
        </p:txBody>
      </p:sp>
      <p:sp>
        <p:nvSpPr>
          <p:cNvPr id="3" name="Subtítulo 2"/>
          <p:cNvSpPr>
            <a:spLocks noGrp="1"/>
          </p:cNvSpPr>
          <p:nvPr>
            <p:ph type="subTitle" idx="1"/>
          </p:nvPr>
        </p:nvSpPr>
        <p:spPr>
          <a:xfrm>
            <a:off x="990600" y="5053364"/>
            <a:ext cx="8534400" cy="936104"/>
          </a:xfrm>
        </p:spPr>
        <p:txBody>
          <a:bodyPr/>
          <a:lstStyle/>
          <a:p>
            <a:r>
              <a:rPr lang="es-MX" dirty="0"/>
              <a:t>RL</a:t>
            </a:r>
            <a:endParaRPr lang="es-CO" dirty="0"/>
          </a:p>
        </p:txBody>
      </p:sp>
    </p:spTree>
    <p:extLst>
      <p:ext uri="{BB962C8B-B14F-4D97-AF65-F5344CB8AC3E}">
        <p14:creationId xmlns:p14="http://schemas.microsoft.com/office/powerpoint/2010/main" val="3876520777"/>
      </p:ext>
    </p:extLst>
  </p:cSld>
  <p:clrMapOvr>
    <a:masterClrMapping/>
  </p:clrMapOvr>
</p:sld>
</file>

<file path=ppt/theme/theme1.xml><?xml version="1.0" encoding="utf-8"?>
<a:theme xmlns:a="http://schemas.openxmlformats.org/drawingml/2006/main" name="2_Tema de Office">
  <a:themeElements>
    <a:clrScheme name="Colores Fasecolda">
      <a:dk1>
        <a:srgbClr val="000000"/>
      </a:dk1>
      <a:lt1>
        <a:srgbClr val="FFFFFF"/>
      </a:lt1>
      <a:dk2>
        <a:srgbClr val="1F497D"/>
      </a:dk2>
      <a:lt2>
        <a:srgbClr val="EEECE1"/>
      </a:lt2>
      <a:accent1>
        <a:srgbClr val="76C5EF"/>
      </a:accent1>
      <a:accent2>
        <a:srgbClr val="FEA022"/>
      </a:accent2>
      <a:accent3>
        <a:srgbClr val="FF6700"/>
      </a:accent3>
      <a:accent4>
        <a:srgbClr val="70A524"/>
      </a:accent4>
      <a:accent5>
        <a:srgbClr val="A5D848"/>
      </a:accent5>
      <a:accent6>
        <a:srgbClr val="20768C"/>
      </a:accent6>
      <a:hlink>
        <a:srgbClr val="79B6E8"/>
      </a:hlink>
      <a:folHlink>
        <a:srgbClr val="800080"/>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effectLst>
          <a:reflection blurRad="6350" stA="50000" endA="300" endPos="38500" dist="50800" dir="5400000" sy="-100000" algn="bl" rotWithShape="0"/>
        </a:effectLst>
      </a:spPr>
      <a:bodyPr rtlCol="0" anchor="t"/>
      <a:lstStyle>
        <a:defPPr>
          <a:defRPr sz="1350" dirty="0" smtClean="0">
            <a:ln w="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002">
          <a:schemeClr val="lt2"/>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28992</TotalTime>
  <Words>1097</Words>
  <Application>Microsoft Office PowerPoint</Application>
  <PresentationFormat>Panorámica</PresentationFormat>
  <Paragraphs>227</Paragraphs>
  <Slides>20</Slides>
  <Notes>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20</vt:i4>
      </vt:variant>
    </vt:vector>
  </HeadingPairs>
  <TitlesOfParts>
    <vt:vector size="30" baseType="lpstr">
      <vt:lpstr>ＭＳ Ｐゴシック</vt:lpstr>
      <vt:lpstr>Arial</vt:lpstr>
      <vt:lpstr>Calibri</vt:lpstr>
      <vt:lpstr>Cambria Math</vt:lpstr>
      <vt:lpstr>Century Gothic</vt:lpstr>
      <vt:lpstr>Franklin Gothic Book</vt:lpstr>
      <vt:lpstr>Franklin Gothic Medium</vt:lpstr>
      <vt:lpstr>Franklin Gothic Medium (Títulos)</vt:lpstr>
      <vt:lpstr>Wingdings</vt:lpstr>
      <vt:lpstr>2_Tema de Office</vt:lpstr>
      <vt:lpstr>Deslizamiento</vt:lpstr>
      <vt:lpstr>Deslizamiento</vt:lpstr>
      <vt:lpstr>Problema y Objetivo</vt:lpstr>
      <vt:lpstr>Reservas Matemáticas RL  - Dic. de 2023 (F394)</vt:lpstr>
      <vt:lpstr>Incremento anual del SMMLV vs. Incremento del IPC (%) </vt:lpstr>
      <vt:lpstr>Metodología Deslizamiento.</vt:lpstr>
      <vt:lpstr>Metodología Deslizamiento – Escenario Base</vt:lpstr>
      <vt:lpstr>Metodología Deslizamiento – Escenario con IPC y deslizamiento</vt:lpstr>
      <vt:lpstr>Tipo de Pensión</vt:lpstr>
      <vt:lpstr>Resultados – Tasa multiplicativa y aditiva</vt:lpstr>
      <vt:lpstr>Metodología OBP.</vt:lpstr>
      <vt:lpstr>Metodología OBP (Decreto 36 de 2015).</vt:lpstr>
      <vt:lpstr>Resultados OBP.</vt:lpstr>
      <vt:lpstr>Flujo de Pagos</vt:lpstr>
      <vt:lpstr>Flujos de Pagos - Deslizamiento (1,67%) </vt:lpstr>
      <vt:lpstr>Flujos de Pagos - Deslizamiento OBP (0,13%) </vt:lpstr>
      <vt:lpstr>Flujos de Pago con Escenario con deslizamiento  VS Flujo OBP </vt:lpstr>
      <vt:lpstr>Factor de descuento Escenario con deslizamiento  VS OBP </vt:lpstr>
      <vt:lpstr>Comparación de Modelos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Área</dc:title>
  <dc:creator>María Claudia Cuevas M.</dc:creator>
  <cp:lastModifiedBy>Duvan Danilo Cita Cuevas</cp:lastModifiedBy>
  <cp:revision>59</cp:revision>
  <dcterms:created xsi:type="dcterms:W3CDTF">2021-04-21T01:55:20Z</dcterms:created>
  <dcterms:modified xsi:type="dcterms:W3CDTF">2024-06-13T13:55:21Z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0x010100671199B1D8FD2E45B7A1A7C77B263D82</vt:lpwstr>
  </property>
  <property fmtid="{D5CDD505-2E9C-101B-9397-08002B2CF9AE}" pid="3" name="KSOProductBuildVer">
    <vt:lpwstr>1033-11.1.0.10161</vt:lpwstr>
  </property>
</Properties>
</file>